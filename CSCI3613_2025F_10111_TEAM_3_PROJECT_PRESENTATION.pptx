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23"/>
  </p:notesMasterIdLst>
  <p:sldIdLst>
    <p:sldId id="256" r:id="rId2"/>
    <p:sldId id="258" r:id="rId3"/>
    <p:sldId id="259" r:id="rId4"/>
    <p:sldId id="265" r:id="rId5"/>
    <p:sldId id="257" r:id="rId6"/>
    <p:sldId id="260" r:id="rId7"/>
    <p:sldId id="271" r:id="rId8"/>
    <p:sldId id="262" r:id="rId9"/>
    <p:sldId id="263" r:id="rId10"/>
    <p:sldId id="261" r:id="rId11"/>
    <p:sldId id="266" r:id="rId12"/>
    <p:sldId id="267" r:id="rId13"/>
    <p:sldId id="268" r:id="rId14"/>
    <p:sldId id="269" r:id="rId15"/>
    <p:sldId id="272" r:id="rId16"/>
    <p:sldId id="273" r:id="rId17"/>
    <p:sldId id="274" r:id="rId18"/>
    <p:sldId id="275" r:id="rId19"/>
    <p:sldId id="276" r:id="rId20"/>
    <p:sldId id="270" r:id="rId21"/>
    <p:sldId id="26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471808-2F96-42CC-85D9-48A5DBCA2975}" v="52" dt="2025-12-15T22:42:17.5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70" autoAdjust="0"/>
    <p:restoredTop sz="94707"/>
  </p:normalViewPr>
  <p:slideViewPr>
    <p:cSldViewPr snapToGrid="0">
      <p:cViewPr varScale="1">
        <p:scale>
          <a:sx n="68" d="100"/>
          <a:sy n="68" d="100"/>
        </p:scale>
        <p:origin x="77"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rgiz Aghayeva" userId="54bf6c0e85a13f0b" providerId="LiveId" clId="{D84B1472-893E-4797-BFDB-F28B362688CB}"/>
    <pc:docChg chg="undo custSel addSld delSld modSld sldOrd">
      <pc:chgData name="Nargiz Aghayeva" userId="54bf6c0e85a13f0b" providerId="LiveId" clId="{D84B1472-893E-4797-BFDB-F28B362688CB}" dt="2025-12-15T23:04:52.674" v="593" actId="14100"/>
      <pc:docMkLst>
        <pc:docMk/>
      </pc:docMkLst>
      <pc:sldChg chg="modSp mod">
        <pc:chgData name="Nargiz Aghayeva" userId="54bf6c0e85a13f0b" providerId="LiveId" clId="{D84B1472-893E-4797-BFDB-F28B362688CB}" dt="2025-12-15T21:26:27.257" v="24" actId="1076"/>
        <pc:sldMkLst>
          <pc:docMk/>
          <pc:sldMk cId="66877916" sldId="256"/>
        </pc:sldMkLst>
        <pc:spChg chg="mod">
          <ac:chgData name="Nargiz Aghayeva" userId="54bf6c0e85a13f0b" providerId="LiveId" clId="{D84B1472-893E-4797-BFDB-F28B362688CB}" dt="2025-12-15T21:26:04.175" v="13" actId="14100"/>
          <ac:spMkLst>
            <pc:docMk/>
            <pc:sldMk cId="66877916" sldId="256"/>
            <ac:spMk id="2" creationId="{5032D69D-AD4C-2A78-3EBF-87ED9C2A07A0}"/>
          </ac:spMkLst>
        </pc:spChg>
        <pc:spChg chg="mod">
          <ac:chgData name="Nargiz Aghayeva" userId="54bf6c0e85a13f0b" providerId="LiveId" clId="{D84B1472-893E-4797-BFDB-F28B362688CB}" dt="2025-12-15T21:26:27.257" v="24" actId="1076"/>
          <ac:spMkLst>
            <pc:docMk/>
            <pc:sldMk cId="66877916" sldId="256"/>
            <ac:spMk id="3" creationId="{68198265-647D-62CF-DE1E-2D2C25D230BA}"/>
          </ac:spMkLst>
        </pc:spChg>
        <pc:spChg chg="mod">
          <ac:chgData name="Nargiz Aghayeva" userId="54bf6c0e85a13f0b" providerId="LiveId" clId="{D84B1472-893E-4797-BFDB-F28B362688CB}" dt="2025-12-15T21:25:04.265" v="7" actId="1076"/>
          <ac:spMkLst>
            <pc:docMk/>
            <pc:sldMk cId="66877916" sldId="256"/>
            <ac:spMk id="6" creationId="{ED831ADC-6CF3-EA9B-6487-80B73893ECEE}"/>
          </ac:spMkLst>
        </pc:spChg>
        <pc:picChg chg="mod">
          <ac:chgData name="Nargiz Aghayeva" userId="54bf6c0e85a13f0b" providerId="LiveId" clId="{D84B1472-893E-4797-BFDB-F28B362688CB}" dt="2025-12-15T21:25:00.348" v="6" actId="1076"/>
          <ac:picMkLst>
            <pc:docMk/>
            <pc:sldMk cId="66877916" sldId="256"/>
            <ac:picMk id="5" creationId="{56E4D237-77DB-9D60-A65D-C09E97E0B1EB}"/>
          </ac:picMkLst>
        </pc:picChg>
      </pc:sldChg>
      <pc:sldChg chg="addSp delSp modSp mod setBg">
        <pc:chgData name="Nargiz Aghayeva" userId="54bf6c0e85a13f0b" providerId="LiveId" clId="{D84B1472-893E-4797-BFDB-F28B362688CB}" dt="2025-12-15T22:27:49.578" v="482" actId="20577"/>
        <pc:sldMkLst>
          <pc:docMk/>
          <pc:sldMk cId="821487440" sldId="257"/>
        </pc:sldMkLst>
        <pc:spChg chg="mod ord">
          <ac:chgData name="Nargiz Aghayeva" userId="54bf6c0e85a13f0b" providerId="LiveId" clId="{D84B1472-893E-4797-BFDB-F28B362688CB}" dt="2025-12-15T21:32:00.867" v="56" actId="1076"/>
          <ac:spMkLst>
            <pc:docMk/>
            <pc:sldMk cId="821487440" sldId="257"/>
            <ac:spMk id="2" creationId="{1FAF7F9A-9079-1C67-FB4D-6AD23E26167F}"/>
          </ac:spMkLst>
        </pc:spChg>
        <pc:spChg chg="mod ord">
          <ac:chgData name="Nargiz Aghayeva" userId="54bf6c0e85a13f0b" providerId="LiveId" clId="{D84B1472-893E-4797-BFDB-F28B362688CB}" dt="2025-12-15T22:27:49.578" v="482" actId="20577"/>
          <ac:spMkLst>
            <pc:docMk/>
            <pc:sldMk cId="821487440" sldId="257"/>
            <ac:spMk id="8" creationId="{B6558E79-BEDB-FB82-4303-898609AE80C3}"/>
          </ac:spMkLst>
        </pc:spChg>
        <pc:spChg chg="add del">
          <ac:chgData name="Nargiz Aghayeva" userId="54bf6c0e85a13f0b" providerId="LiveId" clId="{D84B1472-893E-4797-BFDB-F28B362688CB}" dt="2025-12-15T21:31:28.515" v="50" actId="26606"/>
          <ac:spMkLst>
            <pc:docMk/>
            <pc:sldMk cId="821487440" sldId="257"/>
            <ac:spMk id="13" creationId="{E53F4E5A-C9EE-4859-B46B-F018F7D73A03}"/>
          </ac:spMkLst>
        </pc:spChg>
        <pc:spChg chg="add del">
          <ac:chgData name="Nargiz Aghayeva" userId="54bf6c0e85a13f0b" providerId="LiveId" clId="{D84B1472-893E-4797-BFDB-F28B362688CB}" dt="2025-12-15T21:31:40.625" v="53" actId="26606"/>
          <ac:spMkLst>
            <pc:docMk/>
            <pc:sldMk cId="821487440" sldId="257"/>
            <ac:spMk id="20" creationId="{989683EB-D202-4B4D-B1BD-8BA6965FBEF5}"/>
          </ac:spMkLst>
        </pc:spChg>
        <pc:spChg chg="add">
          <ac:chgData name="Nargiz Aghayeva" userId="54bf6c0e85a13f0b" providerId="LiveId" clId="{D84B1472-893E-4797-BFDB-F28B362688CB}" dt="2025-12-15T21:31:40.625" v="53" actId="26606"/>
          <ac:spMkLst>
            <pc:docMk/>
            <pc:sldMk cId="821487440" sldId="257"/>
            <ac:spMk id="25" creationId="{B4147794-66B7-4CDE-BC75-BBDC48B2FCEB}"/>
          </ac:spMkLst>
        </pc:spChg>
        <pc:picChg chg="add del mod">
          <ac:chgData name="Nargiz Aghayeva" userId="54bf6c0e85a13f0b" providerId="LiveId" clId="{D84B1472-893E-4797-BFDB-F28B362688CB}" dt="2025-12-15T21:32:40.076" v="62" actId="1076"/>
          <ac:picMkLst>
            <pc:docMk/>
            <pc:sldMk cId="821487440" sldId="257"/>
            <ac:picMk id="7" creationId="{2E1C4E27-89B1-3FFD-3FE9-6493D8786322}"/>
          </ac:picMkLst>
        </pc:picChg>
        <pc:cxnChg chg="add del">
          <ac:chgData name="Nargiz Aghayeva" userId="54bf6c0e85a13f0b" providerId="LiveId" clId="{D84B1472-893E-4797-BFDB-F28B362688CB}" dt="2025-12-15T21:31:28.515" v="50" actId="26606"/>
          <ac:cxnSpMkLst>
            <pc:docMk/>
            <pc:sldMk cId="821487440" sldId="257"/>
            <ac:cxnSpMk id="15" creationId="{041A955B-D579-48FD-A51C-51B0C0B69F9A}"/>
          </ac:cxnSpMkLst>
        </pc:cxnChg>
      </pc:sldChg>
      <pc:sldChg chg="addSp delSp modSp mod setBg">
        <pc:chgData name="Nargiz Aghayeva" userId="54bf6c0e85a13f0b" providerId="LiveId" clId="{D84B1472-893E-4797-BFDB-F28B362688CB}" dt="2025-12-15T21:26:38.568" v="25" actId="26606"/>
        <pc:sldMkLst>
          <pc:docMk/>
          <pc:sldMk cId="1876237723" sldId="258"/>
        </pc:sldMkLst>
        <pc:spChg chg="mod">
          <ac:chgData name="Nargiz Aghayeva" userId="54bf6c0e85a13f0b" providerId="LiveId" clId="{D84B1472-893E-4797-BFDB-F28B362688CB}" dt="2025-12-15T21:26:38.568" v="25" actId="26606"/>
          <ac:spMkLst>
            <pc:docMk/>
            <pc:sldMk cId="1876237723" sldId="258"/>
            <ac:spMk id="2" creationId="{70CA2930-ACE0-5803-865A-06AEA96DBF28}"/>
          </ac:spMkLst>
        </pc:spChg>
        <pc:spChg chg="del mod">
          <ac:chgData name="Nargiz Aghayeva" userId="54bf6c0e85a13f0b" providerId="LiveId" clId="{D84B1472-893E-4797-BFDB-F28B362688CB}" dt="2025-12-15T21:26:38.568" v="25" actId="26606"/>
          <ac:spMkLst>
            <pc:docMk/>
            <pc:sldMk cId="1876237723" sldId="258"/>
            <ac:spMk id="3" creationId="{E5F53C6F-1ACC-3835-7349-3D5D953EA5EE}"/>
          </ac:spMkLst>
        </pc:spChg>
        <pc:spChg chg="add">
          <ac:chgData name="Nargiz Aghayeva" userId="54bf6c0e85a13f0b" providerId="LiveId" clId="{D84B1472-893E-4797-BFDB-F28B362688CB}" dt="2025-12-15T21:26:38.568" v="25" actId="26606"/>
          <ac:spMkLst>
            <pc:docMk/>
            <pc:sldMk cId="1876237723" sldId="258"/>
            <ac:spMk id="9" creationId="{30B3D270-B19D-4DB8-BD3C-3E707485B515}"/>
          </ac:spMkLst>
        </pc:spChg>
        <pc:spChg chg="add">
          <ac:chgData name="Nargiz Aghayeva" userId="54bf6c0e85a13f0b" providerId="LiveId" clId="{D84B1472-893E-4797-BFDB-F28B362688CB}" dt="2025-12-15T21:26:38.568" v="25" actId="26606"/>
          <ac:spMkLst>
            <pc:docMk/>
            <pc:sldMk cId="1876237723" sldId="258"/>
            <ac:spMk id="11" creationId="{49BDAF94-B52E-4307-B54C-EF413086FC77}"/>
          </ac:spMkLst>
        </pc:spChg>
        <pc:graphicFrameChg chg="add">
          <ac:chgData name="Nargiz Aghayeva" userId="54bf6c0e85a13f0b" providerId="LiveId" clId="{D84B1472-893E-4797-BFDB-F28B362688CB}" dt="2025-12-15T21:26:38.568" v="25" actId="26606"/>
          <ac:graphicFrameMkLst>
            <pc:docMk/>
            <pc:sldMk cId="1876237723" sldId="258"/>
            <ac:graphicFrameMk id="5" creationId="{63626B61-D0CD-37BE-F305-28E0F8BA284E}"/>
          </ac:graphicFrameMkLst>
        </pc:graphicFrameChg>
      </pc:sldChg>
      <pc:sldChg chg="modSp mod">
        <pc:chgData name="Nargiz Aghayeva" userId="54bf6c0e85a13f0b" providerId="LiveId" clId="{D84B1472-893E-4797-BFDB-F28B362688CB}" dt="2025-12-15T23:04:52.674" v="593" actId="14100"/>
        <pc:sldMkLst>
          <pc:docMk/>
          <pc:sldMk cId="3093853082" sldId="259"/>
        </pc:sldMkLst>
        <pc:spChg chg="mod">
          <ac:chgData name="Nargiz Aghayeva" userId="54bf6c0e85a13f0b" providerId="LiveId" clId="{D84B1472-893E-4797-BFDB-F28B362688CB}" dt="2025-12-15T21:26:51.622" v="27" actId="1076"/>
          <ac:spMkLst>
            <pc:docMk/>
            <pc:sldMk cId="3093853082" sldId="259"/>
            <ac:spMk id="2" creationId="{3C014519-76E4-751C-DA06-69679F460D90}"/>
          </ac:spMkLst>
        </pc:spChg>
        <pc:graphicFrameChg chg="mod modGraphic">
          <ac:chgData name="Nargiz Aghayeva" userId="54bf6c0e85a13f0b" providerId="LiveId" clId="{D84B1472-893E-4797-BFDB-F28B362688CB}" dt="2025-12-15T23:04:52.674" v="593" actId="14100"/>
          <ac:graphicFrameMkLst>
            <pc:docMk/>
            <pc:sldMk cId="3093853082" sldId="259"/>
            <ac:graphicFrameMk id="4" creationId="{3562C1B6-805C-1D03-4AE5-159C4E9B9DF2}"/>
          </ac:graphicFrameMkLst>
        </pc:graphicFrameChg>
      </pc:sldChg>
      <pc:sldChg chg="addSp delSp modSp mod">
        <pc:chgData name="Nargiz Aghayeva" userId="54bf6c0e85a13f0b" providerId="LiveId" clId="{D84B1472-893E-4797-BFDB-F28B362688CB}" dt="2025-12-15T21:45:55.897" v="171" actId="14100"/>
        <pc:sldMkLst>
          <pc:docMk/>
          <pc:sldMk cId="2180774138" sldId="260"/>
        </pc:sldMkLst>
        <pc:spChg chg="mod">
          <ac:chgData name="Nargiz Aghayeva" userId="54bf6c0e85a13f0b" providerId="LiveId" clId="{D84B1472-893E-4797-BFDB-F28B362688CB}" dt="2025-12-15T21:41:58.992" v="145" actId="14100"/>
          <ac:spMkLst>
            <pc:docMk/>
            <pc:sldMk cId="2180774138" sldId="260"/>
            <ac:spMk id="2" creationId="{8882054B-2CB7-D30A-E49A-A9FF79886AFC}"/>
          </ac:spMkLst>
        </pc:spChg>
        <pc:spChg chg="add del mod">
          <ac:chgData name="Nargiz Aghayeva" userId="54bf6c0e85a13f0b" providerId="LiveId" clId="{D84B1472-893E-4797-BFDB-F28B362688CB}" dt="2025-12-15T21:41:28.684" v="140" actId="26606"/>
          <ac:spMkLst>
            <pc:docMk/>
            <pc:sldMk cId="2180774138" sldId="260"/>
            <ac:spMk id="4" creationId="{78C5BD2E-BCC9-70C3-5725-D30B76BA9D8C}"/>
          </ac:spMkLst>
        </pc:spChg>
        <pc:spChg chg="mod">
          <ac:chgData name="Nargiz Aghayeva" userId="54bf6c0e85a13f0b" providerId="LiveId" clId="{D84B1472-893E-4797-BFDB-F28B362688CB}" dt="2025-12-15T21:45:55.897" v="171" actId="14100"/>
          <ac:spMkLst>
            <pc:docMk/>
            <pc:sldMk cId="2180774138" sldId="260"/>
            <ac:spMk id="6" creationId="{B41848CA-053E-0A23-CEDB-C68F541171A1}"/>
          </ac:spMkLst>
        </pc:spChg>
        <pc:graphicFrameChg chg="add del">
          <ac:chgData name="Nargiz Aghayeva" userId="54bf6c0e85a13f0b" providerId="LiveId" clId="{D84B1472-893E-4797-BFDB-F28B362688CB}" dt="2025-12-15T21:41:20.578" v="129" actId="26606"/>
          <ac:graphicFrameMkLst>
            <pc:docMk/>
            <pc:sldMk cId="2180774138" sldId="260"/>
            <ac:graphicFrameMk id="2052" creationId="{1458DFEE-3883-9C38-0BA1-18DB63D98497}"/>
          </ac:graphicFrameMkLst>
        </pc:graphicFrameChg>
        <pc:graphicFrameChg chg="add del">
          <ac:chgData name="Nargiz Aghayeva" userId="54bf6c0e85a13f0b" providerId="LiveId" clId="{D84B1472-893E-4797-BFDB-F28B362688CB}" dt="2025-12-15T21:41:22.297" v="131" actId="26606"/>
          <ac:graphicFrameMkLst>
            <pc:docMk/>
            <pc:sldMk cId="2180774138" sldId="260"/>
            <ac:graphicFrameMk id="2054" creationId="{8810E62C-2BA9-0F2B-09F1-385DFDC3B61F}"/>
          </ac:graphicFrameMkLst>
        </pc:graphicFrameChg>
        <pc:graphicFrameChg chg="add del">
          <ac:chgData name="Nargiz Aghayeva" userId="54bf6c0e85a13f0b" providerId="LiveId" clId="{D84B1472-893E-4797-BFDB-F28B362688CB}" dt="2025-12-15T21:41:25.039" v="133" actId="26606"/>
          <ac:graphicFrameMkLst>
            <pc:docMk/>
            <pc:sldMk cId="2180774138" sldId="260"/>
            <ac:graphicFrameMk id="2056" creationId="{B0AB22C6-FA29-5527-2861-7D309FA0D43F}"/>
          </ac:graphicFrameMkLst>
        </pc:graphicFrameChg>
        <pc:graphicFrameChg chg="add del">
          <ac:chgData name="Nargiz Aghayeva" userId="54bf6c0e85a13f0b" providerId="LiveId" clId="{D84B1472-893E-4797-BFDB-F28B362688CB}" dt="2025-12-15T21:41:26.433" v="135" actId="26606"/>
          <ac:graphicFrameMkLst>
            <pc:docMk/>
            <pc:sldMk cId="2180774138" sldId="260"/>
            <ac:graphicFrameMk id="2058" creationId="{21C3E39E-11E6-5B0B-85C0-F1DA5EEC2771}"/>
          </ac:graphicFrameMkLst>
        </pc:graphicFrameChg>
        <pc:graphicFrameChg chg="add del">
          <ac:chgData name="Nargiz Aghayeva" userId="54bf6c0e85a13f0b" providerId="LiveId" clId="{D84B1472-893E-4797-BFDB-F28B362688CB}" dt="2025-12-15T21:41:27.247" v="137" actId="26606"/>
          <ac:graphicFrameMkLst>
            <pc:docMk/>
            <pc:sldMk cId="2180774138" sldId="260"/>
            <ac:graphicFrameMk id="2060" creationId="{B0AB22C6-FA29-5527-2861-7D309FA0D43F}"/>
          </ac:graphicFrameMkLst>
        </pc:graphicFrameChg>
        <pc:graphicFrameChg chg="add del">
          <ac:chgData name="Nargiz Aghayeva" userId="54bf6c0e85a13f0b" providerId="LiveId" clId="{D84B1472-893E-4797-BFDB-F28B362688CB}" dt="2025-12-15T21:41:28.672" v="139" actId="26606"/>
          <ac:graphicFrameMkLst>
            <pc:docMk/>
            <pc:sldMk cId="2180774138" sldId="260"/>
            <ac:graphicFrameMk id="2062" creationId="{8810E62C-2BA9-0F2B-09F1-385DFDC3B61F}"/>
          </ac:graphicFrameMkLst>
        </pc:graphicFrameChg>
        <pc:graphicFrameChg chg="add mod modGraphic">
          <ac:chgData name="Nargiz Aghayeva" userId="54bf6c0e85a13f0b" providerId="LiveId" clId="{D84B1472-893E-4797-BFDB-F28B362688CB}" dt="2025-12-15T21:45:15.328" v="163" actId="14100"/>
          <ac:graphicFrameMkLst>
            <pc:docMk/>
            <pc:sldMk cId="2180774138" sldId="260"/>
            <ac:graphicFrameMk id="2064" creationId="{1458DFEE-3883-9C38-0BA1-18DB63D98497}"/>
          </ac:graphicFrameMkLst>
        </pc:graphicFrameChg>
        <pc:picChg chg="add del mod">
          <ac:chgData name="Nargiz Aghayeva" userId="54bf6c0e85a13f0b" providerId="LiveId" clId="{D84B1472-893E-4797-BFDB-F28B362688CB}" dt="2025-12-15T21:42:12.972" v="150" actId="478"/>
          <ac:picMkLst>
            <pc:docMk/>
            <pc:sldMk cId="2180774138" sldId="260"/>
            <ac:picMk id="2050" creationId="{92E6475E-A396-78F7-DC4F-24A8E19E049A}"/>
          </ac:picMkLst>
        </pc:picChg>
      </pc:sldChg>
      <pc:sldChg chg="addSp modSp mod setBg">
        <pc:chgData name="Nargiz Aghayeva" userId="54bf6c0e85a13f0b" providerId="LiveId" clId="{D84B1472-893E-4797-BFDB-F28B362688CB}" dt="2025-12-15T22:14:24.295" v="424" actId="26606"/>
        <pc:sldMkLst>
          <pc:docMk/>
          <pc:sldMk cId="1082930366" sldId="261"/>
        </pc:sldMkLst>
        <pc:spChg chg="mod">
          <ac:chgData name="Nargiz Aghayeva" userId="54bf6c0e85a13f0b" providerId="LiveId" clId="{D84B1472-893E-4797-BFDB-F28B362688CB}" dt="2025-12-15T22:14:24.295" v="424" actId="26606"/>
          <ac:spMkLst>
            <pc:docMk/>
            <pc:sldMk cId="1082930366" sldId="261"/>
            <ac:spMk id="2" creationId="{B27F0F34-045B-C58D-DE53-31E07B12BDF7}"/>
          </ac:spMkLst>
        </pc:spChg>
        <pc:spChg chg="add">
          <ac:chgData name="Nargiz Aghayeva" userId="54bf6c0e85a13f0b" providerId="LiveId" clId="{D84B1472-893E-4797-BFDB-F28B362688CB}" dt="2025-12-15T22:14:24.295" v="424" actId="26606"/>
          <ac:spMkLst>
            <pc:docMk/>
            <pc:sldMk cId="1082930366" sldId="261"/>
            <ac:spMk id="12" creationId="{5D5E0904-721C-4D68-9EB8-1C9752E329A7}"/>
          </ac:spMkLst>
        </pc:spChg>
        <pc:spChg chg="add">
          <ac:chgData name="Nargiz Aghayeva" userId="54bf6c0e85a13f0b" providerId="LiveId" clId="{D84B1472-893E-4797-BFDB-F28B362688CB}" dt="2025-12-15T22:14:24.295" v="424" actId="26606"/>
          <ac:spMkLst>
            <pc:docMk/>
            <pc:sldMk cId="1082930366" sldId="261"/>
            <ac:spMk id="14" creationId="{B298ECBA-3258-45DF-8FD4-7581736BCCBC}"/>
          </ac:spMkLst>
        </pc:spChg>
        <pc:spChg chg="add">
          <ac:chgData name="Nargiz Aghayeva" userId="54bf6c0e85a13f0b" providerId="LiveId" clId="{D84B1472-893E-4797-BFDB-F28B362688CB}" dt="2025-12-15T22:14:24.295" v="424" actId="26606"/>
          <ac:spMkLst>
            <pc:docMk/>
            <pc:sldMk cId="1082930366" sldId="261"/>
            <ac:spMk id="16" creationId="{B62BF453-BD82-4B90-9FE7-51703133806E}"/>
          </ac:spMkLst>
        </pc:spChg>
        <pc:spChg chg="add">
          <ac:chgData name="Nargiz Aghayeva" userId="54bf6c0e85a13f0b" providerId="LiveId" clId="{D84B1472-893E-4797-BFDB-F28B362688CB}" dt="2025-12-15T22:14:24.295" v="424" actId="26606"/>
          <ac:spMkLst>
            <pc:docMk/>
            <pc:sldMk cId="1082930366" sldId="261"/>
            <ac:spMk id="18" creationId="{072366D3-9B5C-42E1-9906-77FF6BB55EAB}"/>
          </ac:spMkLst>
        </pc:spChg>
        <pc:spChg chg="add">
          <ac:chgData name="Nargiz Aghayeva" userId="54bf6c0e85a13f0b" providerId="LiveId" clId="{D84B1472-893E-4797-BFDB-F28B362688CB}" dt="2025-12-15T22:14:24.295" v="424" actId="26606"/>
          <ac:spMkLst>
            <pc:docMk/>
            <pc:sldMk cId="1082930366" sldId="261"/>
            <ac:spMk id="20" creationId="{121F5E60-4E89-4B16-A245-12BD9935998D}"/>
          </ac:spMkLst>
        </pc:spChg>
        <pc:picChg chg="mod">
          <ac:chgData name="Nargiz Aghayeva" userId="54bf6c0e85a13f0b" providerId="LiveId" clId="{D84B1472-893E-4797-BFDB-F28B362688CB}" dt="2025-12-15T22:14:24.295" v="424" actId="26606"/>
          <ac:picMkLst>
            <pc:docMk/>
            <pc:sldMk cId="1082930366" sldId="261"/>
            <ac:picMk id="7" creationId="{D4CE727F-5258-157A-D2A1-7C6E35800981}"/>
          </ac:picMkLst>
        </pc:picChg>
      </pc:sldChg>
      <pc:sldChg chg="addSp delSp modSp mod setBg">
        <pc:chgData name="Nargiz Aghayeva" userId="54bf6c0e85a13f0b" providerId="LiveId" clId="{D84B1472-893E-4797-BFDB-F28B362688CB}" dt="2025-12-15T21:59:45.403" v="266" actId="20577"/>
        <pc:sldMkLst>
          <pc:docMk/>
          <pc:sldMk cId="1225535398" sldId="262"/>
        </pc:sldMkLst>
        <pc:spChg chg="mod">
          <ac:chgData name="Nargiz Aghayeva" userId="54bf6c0e85a13f0b" providerId="LiveId" clId="{D84B1472-893E-4797-BFDB-F28B362688CB}" dt="2025-12-15T21:54:32.658" v="227" actId="26606"/>
          <ac:spMkLst>
            <pc:docMk/>
            <pc:sldMk cId="1225535398" sldId="262"/>
            <ac:spMk id="2" creationId="{1B27181B-B006-1F9C-661E-755FB7BAF29C}"/>
          </ac:spMkLst>
        </pc:spChg>
        <pc:spChg chg="add del mod">
          <ac:chgData name="Nargiz Aghayeva" userId="54bf6c0e85a13f0b" providerId="LiveId" clId="{D84B1472-893E-4797-BFDB-F28B362688CB}" dt="2025-12-15T21:52:28.992" v="207" actId="26606"/>
          <ac:spMkLst>
            <pc:docMk/>
            <pc:sldMk cId="1225535398" sldId="262"/>
            <ac:spMk id="4" creationId="{CCE07863-28FE-D3CA-95A0-CBE6A29E263D}"/>
          </ac:spMkLst>
        </pc:spChg>
        <pc:spChg chg="add del">
          <ac:chgData name="Nargiz Aghayeva" userId="54bf6c0e85a13f0b" providerId="LiveId" clId="{D84B1472-893E-4797-BFDB-F28B362688CB}" dt="2025-12-15T21:51:52.933" v="200" actId="26606"/>
          <ac:spMkLst>
            <pc:docMk/>
            <pc:sldMk cId="1225535398" sldId="262"/>
            <ac:spMk id="10" creationId="{989683EB-D202-4B4D-B1BD-8BA6965FBEF5}"/>
          </ac:spMkLst>
        </pc:spChg>
        <pc:spChg chg="add mod">
          <ac:chgData name="Nargiz Aghayeva" userId="54bf6c0e85a13f0b" providerId="LiveId" clId="{D84B1472-893E-4797-BFDB-F28B362688CB}" dt="2025-12-15T21:59:45.403" v="266" actId="20577"/>
          <ac:spMkLst>
            <pc:docMk/>
            <pc:sldMk cId="1225535398" sldId="262"/>
            <ac:spMk id="11" creationId="{79ED0214-773C-97F0-A997-270A7DA53105}"/>
          </ac:spMkLst>
        </pc:spChg>
        <pc:spChg chg="add">
          <ac:chgData name="Nargiz Aghayeva" userId="54bf6c0e85a13f0b" providerId="LiveId" clId="{D84B1472-893E-4797-BFDB-F28B362688CB}" dt="2025-12-15T21:56:12.980" v="237"/>
          <ac:spMkLst>
            <pc:docMk/>
            <pc:sldMk cId="1225535398" sldId="262"/>
            <ac:spMk id="13" creationId="{3D06F856-6CAA-2658-0DF2-EBEEDEAFCC42}"/>
          </ac:spMkLst>
        </pc:spChg>
        <pc:spChg chg="add del">
          <ac:chgData name="Nargiz Aghayeva" userId="54bf6c0e85a13f0b" providerId="LiveId" clId="{D84B1472-893E-4797-BFDB-F28B362688CB}" dt="2025-12-15T21:53:02.716" v="212" actId="26606"/>
          <ac:spMkLst>
            <pc:docMk/>
            <pc:sldMk cId="1225535398" sldId="262"/>
            <ac:spMk id="14" creationId="{E68EA504-F6E5-457A-ACFA-2F5FEB89FCDB}"/>
          </ac:spMkLst>
        </pc:spChg>
        <pc:spChg chg="add del">
          <ac:chgData name="Nargiz Aghayeva" userId="54bf6c0e85a13f0b" providerId="LiveId" clId="{D84B1472-893E-4797-BFDB-F28B362688CB}" dt="2025-12-15T21:51:49.884" v="194" actId="26606"/>
          <ac:spMkLst>
            <pc:docMk/>
            <pc:sldMk cId="1225535398" sldId="262"/>
            <ac:spMk id="17" creationId="{989683EB-D202-4B4D-B1BD-8BA6965FBEF5}"/>
          </ac:spMkLst>
        </pc:spChg>
        <pc:spChg chg="add del">
          <ac:chgData name="Nargiz Aghayeva" userId="54bf6c0e85a13f0b" providerId="LiveId" clId="{D84B1472-893E-4797-BFDB-F28B362688CB}" dt="2025-12-15T21:53:23.367" v="215" actId="26606"/>
          <ac:spMkLst>
            <pc:docMk/>
            <pc:sldMk cId="1225535398" sldId="262"/>
            <ac:spMk id="21" creationId="{E68EA504-F6E5-457A-ACFA-2F5FEB89FCDB}"/>
          </ac:spMkLst>
        </pc:spChg>
        <pc:spChg chg="add del">
          <ac:chgData name="Nargiz Aghayeva" userId="54bf6c0e85a13f0b" providerId="LiveId" clId="{D84B1472-893E-4797-BFDB-F28B362688CB}" dt="2025-12-15T21:54:32.658" v="227" actId="26606"/>
          <ac:spMkLst>
            <pc:docMk/>
            <pc:sldMk cId="1225535398" sldId="262"/>
            <ac:spMk id="26" creationId="{E68EA504-F6E5-457A-ACFA-2F5FEB89FCDB}"/>
          </ac:spMkLst>
        </pc:spChg>
        <pc:spChg chg="add del">
          <ac:chgData name="Nargiz Aghayeva" userId="54bf6c0e85a13f0b" providerId="LiveId" clId="{D84B1472-893E-4797-BFDB-F28B362688CB}" dt="2025-12-15T21:54:28.689" v="221" actId="26606"/>
          <ac:spMkLst>
            <pc:docMk/>
            <pc:sldMk cId="1225535398" sldId="262"/>
            <ac:spMk id="31" creationId="{989683EB-D202-4B4D-B1BD-8BA6965FBEF5}"/>
          </ac:spMkLst>
        </pc:spChg>
        <pc:spChg chg="add del">
          <ac:chgData name="Nargiz Aghayeva" userId="54bf6c0e85a13f0b" providerId="LiveId" clId="{D84B1472-893E-4797-BFDB-F28B362688CB}" dt="2025-12-15T21:54:29.950" v="223" actId="26606"/>
          <ac:spMkLst>
            <pc:docMk/>
            <pc:sldMk cId="1225535398" sldId="262"/>
            <ac:spMk id="33" creationId="{E68EA504-F6E5-457A-ACFA-2F5FEB89FCDB}"/>
          </ac:spMkLst>
        </pc:spChg>
        <pc:spChg chg="add del">
          <ac:chgData name="Nargiz Aghayeva" userId="54bf6c0e85a13f0b" providerId="LiveId" clId="{D84B1472-893E-4797-BFDB-F28B362688CB}" dt="2025-12-15T21:54:31.346" v="225" actId="26606"/>
          <ac:spMkLst>
            <pc:docMk/>
            <pc:sldMk cId="1225535398" sldId="262"/>
            <ac:spMk id="35" creationId="{E68EA504-F6E5-457A-ACFA-2F5FEB89FCDB}"/>
          </ac:spMkLst>
        </pc:spChg>
        <pc:spChg chg="add del">
          <ac:chgData name="Nargiz Aghayeva" userId="54bf6c0e85a13f0b" providerId="LiveId" clId="{D84B1472-893E-4797-BFDB-F28B362688CB}" dt="2025-12-15T21:54:32.658" v="227" actId="26606"/>
          <ac:spMkLst>
            <pc:docMk/>
            <pc:sldMk cId="1225535398" sldId="262"/>
            <ac:spMk id="37" creationId="{E68EA504-F6E5-457A-ACFA-2F5FEB89FCDB}"/>
          </ac:spMkLst>
        </pc:spChg>
        <pc:graphicFrameChg chg="add del mod modGraphic">
          <ac:chgData name="Nargiz Aghayeva" userId="54bf6c0e85a13f0b" providerId="LiveId" clId="{D84B1472-893E-4797-BFDB-F28B362688CB}" dt="2025-12-15T21:51:52.566" v="199" actId="26606"/>
          <ac:graphicFrameMkLst>
            <pc:docMk/>
            <pc:sldMk cId="1225535398" sldId="262"/>
            <ac:graphicFrameMk id="12" creationId="{F87D7D18-6822-0D62-6D43-2D289DE839F7}"/>
          </ac:graphicFrameMkLst>
        </pc:graphicFrameChg>
        <pc:graphicFrameChg chg="add mod modGraphic">
          <ac:chgData name="Nargiz Aghayeva" userId="54bf6c0e85a13f0b" providerId="LiveId" clId="{D84B1472-893E-4797-BFDB-F28B362688CB}" dt="2025-12-15T21:55:37.880" v="231" actId="14100"/>
          <ac:graphicFrameMkLst>
            <pc:docMk/>
            <pc:sldMk cId="1225535398" sldId="262"/>
            <ac:graphicFrameMk id="16" creationId="{84886175-CBF4-3A25-CB68-3DAC1F0CA2E5}"/>
          </ac:graphicFrameMkLst>
        </pc:graphicFrameChg>
        <pc:picChg chg="add del mod ord">
          <ac:chgData name="Nargiz Aghayeva" userId="54bf6c0e85a13f0b" providerId="LiveId" clId="{D84B1472-893E-4797-BFDB-F28B362688CB}" dt="2025-12-15T21:51:55.129" v="201" actId="478"/>
          <ac:picMkLst>
            <pc:docMk/>
            <pc:sldMk cId="1225535398" sldId="262"/>
            <ac:picMk id="5" creationId="{94F8A8E9-274C-92A6-1FF8-C25F5C6A61CA}"/>
          </ac:picMkLst>
        </pc:picChg>
        <pc:picChg chg="add del">
          <ac:chgData name="Nargiz Aghayeva" userId="54bf6c0e85a13f0b" providerId="LiveId" clId="{D84B1472-893E-4797-BFDB-F28B362688CB}" dt="2025-12-15T21:51:49.474" v="193" actId="22"/>
          <ac:picMkLst>
            <pc:docMk/>
            <pc:sldMk cId="1225535398" sldId="262"/>
            <ac:picMk id="7" creationId="{80DB6E88-130C-5542-F78B-4F16252C9AEA}"/>
          </ac:picMkLst>
        </pc:picChg>
        <pc:picChg chg="add mod ord">
          <ac:chgData name="Nargiz Aghayeva" userId="54bf6c0e85a13f0b" providerId="LiveId" clId="{D84B1472-893E-4797-BFDB-F28B362688CB}" dt="2025-12-15T21:58:26.374" v="254" actId="14100"/>
          <ac:picMkLst>
            <pc:docMk/>
            <pc:sldMk cId="1225535398" sldId="262"/>
            <ac:picMk id="9" creationId="{C8D3BCFE-7313-37B2-98BF-15F4994A8D15}"/>
          </ac:picMkLst>
        </pc:picChg>
      </pc:sldChg>
      <pc:sldChg chg="addSp delSp modSp mod setBg">
        <pc:chgData name="Nargiz Aghayeva" userId="54bf6c0e85a13f0b" providerId="LiveId" clId="{D84B1472-893E-4797-BFDB-F28B362688CB}" dt="2025-12-15T22:13:58.718" v="422" actId="14100"/>
        <pc:sldMkLst>
          <pc:docMk/>
          <pc:sldMk cId="1283174514" sldId="263"/>
        </pc:sldMkLst>
        <pc:spChg chg="mod ord">
          <ac:chgData name="Nargiz Aghayeva" userId="54bf6c0e85a13f0b" providerId="LiveId" clId="{D84B1472-893E-4797-BFDB-F28B362688CB}" dt="2025-12-15T22:13:49.890" v="421" actId="14100"/>
          <ac:spMkLst>
            <pc:docMk/>
            <pc:sldMk cId="1283174514" sldId="263"/>
            <ac:spMk id="2" creationId="{4DDDB02F-AA13-0944-D016-2CA93CC00BD4}"/>
          </ac:spMkLst>
        </pc:spChg>
        <pc:spChg chg="add del mod">
          <ac:chgData name="Nargiz Aghayeva" userId="54bf6c0e85a13f0b" providerId="LiveId" clId="{D84B1472-893E-4797-BFDB-F28B362688CB}" dt="2025-12-15T22:06:06.895" v="332" actId="26606"/>
          <ac:spMkLst>
            <pc:docMk/>
            <pc:sldMk cId="1283174514" sldId="263"/>
            <ac:spMk id="3" creationId="{6F166BB4-B2F4-A888-9DFC-98C467F406DA}"/>
          </ac:spMkLst>
        </pc:spChg>
        <pc:spChg chg="add del">
          <ac:chgData name="Nargiz Aghayeva" userId="54bf6c0e85a13f0b" providerId="LiveId" clId="{D84B1472-893E-4797-BFDB-F28B362688CB}" dt="2025-12-15T22:01:12.086" v="268" actId="26606"/>
          <ac:spMkLst>
            <pc:docMk/>
            <pc:sldMk cId="1283174514" sldId="263"/>
            <ac:spMk id="9" creationId="{E68EA504-F6E5-457A-ACFA-2F5FEB89FCDB}"/>
          </ac:spMkLst>
        </pc:spChg>
        <pc:spChg chg="add del">
          <ac:chgData name="Nargiz Aghayeva" userId="54bf6c0e85a13f0b" providerId="LiveId" clId="{D84B1472-893E-4797-BFDB-F28B362688CB}" dt="2025-12-15T22:01:28.566" v="276" actId="26606"/>
          <ac:spMkLst>
            <pc:docMk/>
            <pc:sldMk cId="1283174514" sldId="263"/>
            <ac:spMk id="14" creationId="{989683EB-D202-4B4D-B1BD-8BA6965FBEF5}"/>
          </ac:spMkLst>
        </pc:spChg>
        <pc:spChg chg="add del">
          <ac:chgData name="Nargiz Aghayeva" userId="54bf6c0e85a13f0b" providerId="LiveId" clId="{D84B1472-893E-4797-BFDB-F28B362688CB}" dt="2025-12-15T22:02:36.315" v="284" actId="26606"/>
          <ac:spMkLst>
            <pc:docMk/>
            <pc:sldMk cId="1283174514" sldId="263"/>
            <ac:spMk id="19" creationId="{E68EA504-F6E5-457A-ACFA-2F5FEB89FCDB}"/>
          </ac:spMkLst>
        </pc:spChg>
        <pc:spChg chg="add del">
          <ac:chgData name="Nargiz Aghayeva" userId="54bf6c0e85a13f0b" providerId="LiveId" clId="{D84B1472-893E-4797-BFDB-F28B362688CB}" dt="2025-12-15T22:02:36.315" v="283" actId="26606"/>
          <ac:spMkLst>
            <pc:docMk/>
            <pc:sldMk cId="1283174514" sldId="263"/>
            <ac:spMk id="24" creationId="{989683EB-D202-4B4D-B1BD-8BA6965FBEF5}"/>
          </ac:spMkLst>
        </pc:spChg>
        <pc:spChg chg="add del">
          <ac:chgData name="Nargiz Aghayeva" userId="54bf6c0e85a13f0b" providerId="LiveId" clId="{D84B1472-893E-4797-BFDB-F28B362688CB}" dt="2025-12-15T22:06:06.895" v="332" actId="26606"/>
          <ac:spMkLst>
            <pc:docMk/>
            <pc:sldMk cId="1283174514" sldId="263"/>
            <ac:spMk id="26" creationId="{9163A971-857A-4D4D-B458-BADAF926FFCC}"/>
          </ac:spMkLst>
        </pc:spChg>
        <pc:spChg chg="add del mod">
          <ac:chgData name="Nargiz Aghayeva" userId="54bf6c0e85a13f0b" providerId="LiveId" clId="{D84B1472-893E-4797-BFDB-F28B362688CB}" dt="2025-12-15T22:07:06.598" v="344" actId="26606"/>
          <ac:spMkLst>
            <pc:docMk/>
            <pc:sldMk cId="1283174514" sldId="263"/>
            <ac:spMk id="30" creationId="{6F166BB4-B2F4-A888-9DFC-98C467F406DA}"/>
          </ac:spMkLst>
        </pc:spChg>
        <pc:spChg chg="add del">
          <ac:chgData name="Nargiz Aghayeva" userId="54bf6c0e85a13f0b" providerId="LiveId" clId="{D84B1472-893E-4797-BFDB-F28B362688CB}" dt="2025-12-15T22:08:07.097" v="355" actId="26606"/>
          <ac:spMkLst>
            <pc:docMk/>
            <pc:sldMk cId="1283174514" sldId="263"/>
            <ac:spMk id="35" creationId="{989683EB-D202-4B4D-B1BD-8BA6965FBEF5}"/>
          </ac:spMkLst>
        </pc:spChg>
        <pc:spChg chg="add del">
          <ac:chgData name="Nargiz Aghayeva" userId="54bf6c0e85a13f0b" providerId="LiveId" clId="{D84B1472-893E-4797-BFDB-F28B362688CB}" dt="2025-12-15T22:10:15.328" v="368" actId="26606"/>
          <ac:spMkLst>
            <pc:docMk/>
            <pc:sldMk cId="1283174514" sldId="263"/>
            <ac:spMk id="39" creationId="{989683EB-D202-4B4D-B1BD-8BA6965FBEF5}"/>
          </ac:spMkLst>
        </pc:spChg>
        <pc:spChg chg="add del">
          <ac:chgData name="Nargiz Aghayeva" userId="54bf6c0e85a13f0b" providerId="LiveId" clId="{D84B1472-893E-4797-BFDB-F28B362688CB}" dt="2025-12-15T22:08:24.437" v="357" actId="26606"/>
          <ac:spMkLst>
            <pc:docMk/>
            <pc:sldMk cId="1283174514" sldId="263"/>
            <ac:spMk id="42" creationId="{989683EB-D202-4B4D-B1BD-8BA6965FBEF5}"/>
          </ac:spMkLst>
        </pc:spChg>
        <pc:spChg chg="add del">
          <ac:chgData name="Nargiz Aghayeva" userId="54bf6c0e85a13f0b" providerId="LiveId" clId="{D84B1472-893E-4797-BFDB-F28B362688CB}" dt="2025-12-15T22:10:47.993" v="374" actId="26606"/>
          <ac:spMkLst>
            <pc:docMk/>
            <pc:sldMk cId="1283174514" sldId="263"/>
            <ac:spMk id="44" creationId="{989683EB-D202-4B4D-B1BD-8BA6965FBEF5}"/>
          </ac:spMkLst>
        </pc:spChg>
        <pc:spChg chg="add del">
          <ac:chgData name="Nargiz Aghayeva" userId="54bf6c0e85a13f0b" providerId="LiveId" clId="{D84B1472-893E-4797-BFDB-F28B362688CB}" dt="2025-12-15T22:09:15.768" v="361" actId="26606"/>
          <ac:spMkLst>
            <pc:docMk/>
            <pc:sldMk cId="1283174514" sldId="263"/>
            <ac:spMk id="47" creationId="{989683EB-D202-4B4D-B1BD-8BA6965FBEF5}"/>
          </ac:spMkLst>
        </pc:spChg>
        <pc:spChg chg="add">
          <ac:chgData name="Nargiz Aghayeva" userId="54bf6c0e85a13f0b" providerId="LiveId" clId="{D84B1472-893E-4797-BFDB-F28B362688CB}" dt="2025-12-15T22:10:47.993" v="374" actId="26606"/>
          <ac:spMkLst>
            <pc:docMk/>
            <pc:sldMk cId="1283174514" sldId="263"/>
            <ac:spMk id="49" creationId="{AB1CEEAD-825F-41AD-B0DB-77CE90932D00}"/>
          </ac:spMkLst>
        </pc:spChg>
        <pc:graphicFrameChg chg="add del">
          <ac:chgData name="Nargiz Aghayeva" userId="54bf6c0e85a13f0b" providerId="LiveId" clId="{D84B1472-893E-4797-BFDB-F28B362688CB}" dt="2025-12-15T22:06:06.892" v="331" actId="26606"/>
          <ac:graphicFrameMkLst>
            <pc:docMk/>
            <pc:sldMk cId="1283174514" sldId="263"/>
            <ac:graphicFrameMk id="28" creationId="{A4817A51-9D2A-5C9C-FD54-186CB9643048}"/>
          </ac:graphicFrameMkLst>
        </pc:graphicFrameChg>
        <pc:graphicFrameChg chg="add mod modGraphic">
          <ac:chgData name="Nargiz Aghayeva" userId="54bf6c0e85a13f0b" providerId="LiveId" clId="{D84B1472-893E-4797-BFDB-F28B362688CB}" dt="2025-12-15T22:13:58.718" v="422" actId="14100"/>
          <ac:graphicFrameMkLst>
            <pc:docMk/>
            <pc:sldMk cId="1283174514" sldId="263"/>
            <ac:graphicFrameMk id="37" creationId="{6A142E2D-48AA-336D-FE98-D81B771F3BC2}"/>
          </ac:graphicFrameMkLst>
        </pc:graphicFrameChg>
        <pc:picChg chg="add del mod">
          <ac:chgData name="Nargiz Aghayeva" userId="54bf6c0e85a13f0b" providerId="LiveId" clId="{D84B1472-893E-4797-BFDB-F28B362688CB}" dt="2025-12-15T22:01:14.337" v="269" actId="478"/>
          <ac:picMkLst>
            <pc:docMk/>
            <pc:sldMk cId="1283174514" sldId="263"/>
            <ac:picMk id="5" creationId="{482C749E-BE48-9E6B-7985-1C569CC10893}"/>
          </ac:picMkLst>
        </pc:picChg>
        <pc:picChg chg="add mod ord">
          <ac:chgData name="Nargiz Aghayeva" userId="54bf6c0e85a13f0b" providerId="LiveId" clId="{D84B1472-893E-4797-BFDB-F28B362688CB}" dt="2025-12-15T22:13:35.812" v="419" actId="14100"/>
          <ac:picMkLst>
            <pc:docMk/>
            <pc:sldMk cId="1283174514" sldId="263"/>
            <ac:picMk id="6" creationId="{4893F9A1-26CF-DDD6-548F-A6D80553DEE5}"/>
          </ac:picMkLst>
        </pc:picChg>
      </pc:sldChg>
      <pc:sldChg chg="modSp">
        <pc:chgData name="Nargiz Aghayeva" userId="54bf6c0e85a13f0b" providerId="LiveId" clId="{D84B1472-893E-4797-BFDB-F28B362688CB}" dt="2025-12-15T21:24:57.382" v="3"/>
        <pc:sldMkLst>
          <pc:docMk/>
          <pc:sldMk cId="3148627347" sldId="264"/>
        </pc:sldMkLst>
        <pc:spChg chg="mod">
          <ac:chgData name="Nargiz Aghayeva" userId="54bf6c0e85a13f0b" providerId="LiveId" clId="{D84B1472-893E-4797-BFDB-F28B362688CB}" dt="2025-12-15T21:24:57.382" v="3"/>
          <ac:spMkLst>
            <pc:docMk/>
            <pc:sldMk cId="3148627347" sldId="264"/>
            <ac:spMk id="4" creationId="{515245CD-3034-4F11-CC5C-191AFF8610A4}"/>
          </ac:spMkLst>
        </pc:spChg>
        <pc:spChg chg="mod">
          <ac:chgData name="Nargiz Aghayeva" userId="54bf6c0e85a13f0b" providerId="LiveId" clId="{D84B1472-893E-4797-BFDB-F28B362688CB}" dt="2025-12-15T21:24:57.382" v="3"/>
          <ac:spMkLst>
            <pc:docMk/>
            <pc:sldMk cId="3148627347" sldId="264"/>
            <ac:spMk id="5" creationId="{5025BE6D-2477-F16F-5550-84525851AF6B}"/>
          </ac:spMkLst>
        </pc:spChg>
      </pc:sldChg>
      <pc:sldChg chg="addSp modSp mod setBg">
        <pc:chgData name="Nargiz Aghayeva" userId="54bf6c0e85a13f0b" providerId="LiveId" clId="{D84B1472-893E-4797-BFDB-F28B362688CB}" dt="2025-12-15T21:28:27.217" v="39" actId="26606"/>
        <pc:sldMkLst>
          <pc:docMk/>
          <pc:sldMk cId="1128319319" sldId="265"/>
        </pc:sldMkLst>
        <pc:spChg chg="mod">
          <ac:chgData name="Nargiz Aghayeva" userId="54bf6c0e85a13f0b" providerId="LiveId" clId="{D84B1472-893E-4797-BFDB-F28B362688CB}" dt="2025-12-15T21:28:27.217" v="39" actId="26606"/>
          <ac:spMkLst>
            <pc:docMk/>
            <pc:sldMk cId="1128319319" sldId="265"/>
            <ac:spMk id="2" creationId="{B2C48C7A-0410-8D27-A2C6-CD1FFF709B25}"/>
          </ac:spMkLst>
        </pc:spChg>
        <pc:spChg chg="add">
          <ac:chgData name="Nargiz Aghayeva" userId="54bf6c0e85a13f0b" providerId="LiveId" clId="{D84B1472-893E-4797-BFDB-F28B362688CB}" dt="2025-12-15T21:28:27.217" v="39" actId="26606"/>
          <ac:spMkLst>
            <pc:docMk/>
            <pc:sldMk cId="1128319319" sldId="265"/>
            <ac:spMk id="9" creationId="{30B3D270-B19D-4DB8-BD3C-3E707485B515}"/>
          </ac:spMkLst>
        </pc:spChg>
        <pc:spChg chg="add">
          <ac:chgData name="Nargiz Aghayeva" userId="54bf6c0e85a13f0b" providerId="LiveId" clId="{D84B1472-893E-4797-BFDB-F28B362688CB}" dt="2025-12-15T21:28:27.217" v="39" actId="26606"/>
          <ac:spMkLst>
            <pc:docMk/>
            <pc:sldMk cId="1128319319" sldId="265"/>
            <ac:spMk id="11" creationId="{49BDAF94-B52E-4307-B54C-EF413086FC77}"/>
          </ac:spMkLst>
        </pc:spChg>
        <pc:graphicFrameChg chg="mod modGraphic">
          <ac:chgData name="Nargiz Aghayeva" userId="54bf6c0e85a13f0b" providerId="LiveId" clId="{D84B1472-893E-4797-BFDB-F28B362688CB}" dt="2025-12-15T21:28:27.217" v="39" actId="26606"/>
          <ac:graphicFrameMkLst>
            <pc:docMk/>
            <pc:sldMk cId="1128319319" sldId="265"/>
            <ac:graphicFrameMk id="4" creationId="{CF952594-BAF1-16D9-79B4-34B745DB501A}"/>
          </ac:graphicFrameMkLst>
        </pc:graphicFrameChg>
      </pc:sldChg>
      <pc:sldChg chg="addSp modSp mod setBg">
        <pc:chgData name="Nargiz Aghayeva" userId="54bf6c0e85a13f0b" providerId="LiveId" clId="{D84B1472-893E-4797-BFDB-F28B362688CB}" dt="2025-12-15T22:14:28.041" v="425" actId="26606"/>
        <pc:sldMkLst>
          <pc:docMk/>
          <pc:sldMk cId="2178721641" sldId="266"/>
        </pc:sldMkLst>
        <pc:spChg chg="mod">
          <ac:chgData name="Nargiz Aghayeva" userId="54bf6c0e85a13f0b" providerId="LiveId" clId="{D84B1472-893E-4797-BFDB-F28B362688CB}" dt="2025-12-15T22:14:28.041" v="425" actId="26606"/>
          <ac:spMkLst>
            <pc:docMk/>
            <pc:sldMk cId="2178721641" sldId="266"/>
            <ac:spMk id="2" creationId="{64682361-4851-7857-678C-90239A59A1E5}"/>
          </ac:spMkLst>
        </pc:spChg>
        <pc:spChg chg="add">
          <ac:chgData name="Nargiz Aghayeva" userId="54bf6c0e85a13f0b" providerId="LiveId" clId="{D84B1472-893E-4797-BFDB-F28B362688CB}" dt="2025-12-15T22:14:28.041" v="425" actId="26606"/>
          <ac:spMkLst>
            <pc:docMk/>
            <pc:sldMk cId="2178721641" sldId="266"/>
            <ac:spMk id="8" creationId="{5D5E0904-721C-4D68-9EB8-1C9752E329A7}"/>
          </ac:spMkLst>
        </pc:spChg>
        <pc:spChg chg="add">
          <ac:chgData name="Nargiz Aghayeva" userId="54bf6c0e85a13f0b" providerId="LiveId" clId="{D84B1472-893E-4797-BFDB-F28B362688CB}" dt="2025-12-15T22:14:28.041" v="425" actId="26606"/>
          <ac:spMkLst>
            <pc:docMk/>
            <pc:sldMk cId="2178721641" sldId="266"/>
            <ac:spMk id="10" creationId="{B298ECBA-3258-45DF-8FD4-7581736BCCBC}"/>
          </ac:spMkLst>
        </pc:spChg>
        <pc:spChg chg="add">
          <ac:chgData name="Nargiz Aghayeva" userId="54bf6c0e85a13f0b" providerId="LiveId" clId="{D84B1472-893E-4797-BFDB-F28B362688CB}" dt="2025-12-15T22:14:28.041" v="425" actId="26606"/>
          <ac:spMkLst>
            <pc:docMk/>
            <pc:sldMk cId="2178721641" sldId="266"/>
            <ac:spMk id="12" creationId="{B62BF453-BD82-4B90-9FE7-51703133806E}"/>
          </ac:spMkLst>
        </pc:spChg>
        <pc:spChg chg="add">
          <ac:chgData name="Nargiz Aghayeva" userId="54bf6c0e85a13f0b" providerId="LiveId" clId="{D84B1472-893E-4797-BFDB-F28B362688CB}" dt="2025-12-15T22:14:28.041" v="425" actId="26606"/>
          <ac:spMkLst>
            <pc:docMk/>
            <pc:sldMk cId="2178721641" sldId="266"/>
            <ac:spMk id="14" creationId="{072366D3-9B5C-42E1-9906-77FF6BB55EAB}"/>
          </ac:spMkLst>
        </pc:spChg>
        <pc:spChg chg="add">
          <ac:chgData name="Nargiz Aghayeva" userId="54bf6c0e85a13f0b" providerId="LiveId" clId="{D84B1472-893E-4797-BFDB-F28B362688CB}" dt="2025-12-15T22:14:28.041" v="425" actId="26606"/>
          <ac:spMkLst>
            <pc:docMk/>
            <pc:sldMk cId="2178721641" sldId="266"/>
            <ac:spMk id="16" creationId="{121F5E60-4E89-4B16-A245-12BD9935998D}"/>
          </ac:spMkLst>
        </pc:spChg>
        <pc:picChg chg="mod">
          <ac:chgData name="Nargiz Aghayeva" userId="54bf6c0e85a13f0b" providerId="LiveId" clId="{D84B1472-893E-4797-BFDB-F28B362688CB}" dt="2025-12-15T22:14:28.041" v="425" actId="26606"/>
          <ac:picMkLst>
            <pc:docMk/>
            <pc:sldMk cId="2178721641" sldId="266"/>
            <ac:picMk id="3" creationId="{1B8D9D11-97D6-522C-538D-9860F5BDCF7F}"/>
          </ac:picMkLst>
        </pc:picChg>
      </pc:sldChg>
      <pc:sldChg chg="addSp delSp modSp mod setBg addAnim">
        <pc:chgData name="Nargiz Aghayeva" userId="54bf6c0e85a13f0b" providerId="LiveId" clId="{D84B1472-893E-4797-BFDB-F28B362688CB}" dt="2025-12-15T22:16:46.086" v="444" actId="688"/>
        <pc:sldMkLst>
          <pc:docMk/>
          <pc:sldMk cId="293305069" sldId="267"/>
        </pc:sldMkLst>
        <pc:spChg chg="mod">
          <ac:chgData name="Nargiz Aghayeva" userId="54bf6c0e85a13f0b" providerId="LiveId" clId="{D84B1472-893E-4797-BFDB-F28B362688CB}" dt="2025-12-15T22:16:16.656" v="437" actId="26606"/>
          <ac:spMkLst>
            <pc:docMk/>
            <pc:sldMk cId="293305069" sldId="267"/>
            <ac:spMk id="2" creationId="{F3D249BB-21CF-F685-1D7E-5E7A914BE49B}"/>
          </ac:spMkLst>
        </pc:spChg>
        <pc:spChg chg="add del">
          <ac:chgData name="Nargiz Aghayeva" userId="54bf6c0e85a13f0b" providerId="LiveId" clId="{D84B1472-893E-4797-BFDB-F28B362688CB}" dt="2025-12-15T22:16:16.656" v="437" actId="26606"/>
          <ac:spMkLst>
            <pc:docMk/>
            <pc:sldMk cId="293305069" sldId="267"/>
            <ac:spMk id="9" creationId="{F1ACBE00-0221-433D-8EA5-D9D7B45F35BE}"/>
          </ac:spMkLst>
        </pc:spChg>
        <pc:spChg chg="add del">
          <ac:chgData name="Nargiz Aghayeva" userId="54bf6c0e85a13f0b" providerId="LiveId" clId="{D84B1472-893E-4797-BFDB-F28B362688CB}" dt="2025-12-15T22:16:16.656" v="437" actId="26606"/>
          <ac:spMkLst>
            <pc:docMk/>
            <pc:sldMk cId="293305069" sldId="267"/>
            <ac:spMk id="11" creationId="{06980910-96FA-4DA6-93F5-97873AF1B76D}"/>
          </ac:spMkLst>
        </pc:spChg>
        <pc:spChg chg="add del">
          <ac:chgData name="Nargiz Aghayeva" userId="54bf6c0e85a13f0b" providerId="LiveId" clId="{D84B1472-893E-4797-BFDB-F28B362688CB}" dt="2025-12-15T22:16:16.656" v="437" actId="26606"/>
          <ac:spMkLst>
            <pc:docMk/>
            <pc:sldMk cId="293305069" sldId="267"/>
            <ac:spMk id="13" creationId="{9F1CB7E2-0098-4A7C-B377-037DCA4C80AD}"/>
          </ac:spMkLst>
        </pc:spChg>
        <pc:spChg chg="add">
          <ac:chgData name="Nargiz Aghayeva" userId="54bf6c0e85a13f0b" providerId="LiveId" clId="{D84B1472-893E-4797-BFDB-F28B362688CB}" dt="2025-12-15T22:16:16.656" v="437" actId="26606"/>
          <ac:spMkLst>
            <pc:docMk/>
            <pc:sldMk cId="293305069" sldId="267"/>
            <ac:spMk id="18" creationId="{5D5E0904-721C-4D68-9EB8-1C9752E329A7}"/>
          </ac:spMkLst>
        </pc:spChg>
        <pc:spChg chg="add">
          <ac:chgData name="Nargiz Aghayeva" userId="54bf6c0e85a13f0b" providerId="LiveId" clId="{D84B1472-893E-4797-BFDB-F28B362688CB}" dt="2025-12-15T22:16:16.656" v="437" actId="26606"/>
          <ac:spMkLst>
            <pc:docMk/>
            <pc:sldMk cId="293305069" sldId="267"/>
            <ac:spMk id="20" creationId="{D0CDF5D3-7220-42A0-9D37-ECF3BF283B37}"/>
          </ac:spMkLst>
        </pc:spChg>
        <pc:spChg chg="add">
          <ac:chgData name="Nargiz Aghayeva" userId="54bf6c0e85a13f0b" providerId="LiveId" clId="{D84B1472-893E-4797-BFDB-F28B362688CB}" dt="2025-12-15T22:16:16.656" v="437" actId="26606"/>
          <ac:spMkLst>
            <pc:docMk/>
            <pc:sldMk cId="293305069" sldId="267"/>
            <ac:spMk id="22" creationId="{64BC717F-58B3-4A4E-BC3B-1B11323AD5C9}"/>
          </ac:spMkLst>
        </pc:spChg>
        <pc:spChg chg="add">
          <ac:chgData name="Nargiz Aghayeva" userId="54bf6c0e85a13f0b" providerId="LiveId" clId="{D84B1472-893E-4797-BFDB-F28B362688CB}" dt="2025-12-15T22:16:16.656" v="437" actId="26606"/>
          <ac:spMkLst>
            <pc:docMk/>
            <pc:sldMk cId="293305069" sldId="267"/>
            <ac:spMk id="24" creationId="{1EE75710-64C5-4CA8-8A7C-82EE4125C90D}"/>
          </ac:spMkLst>
        </pc:spChg>
        <pc:spChg chg="add">
          <ac:chgData name="Nargiz Aghayeva" userId="54bf6c0e85a13f0b" providerId="LiveId" clId="{D84B1472-893E-4797-BFDB-F28B362688CB}" dt="2025-12-15T22:16:16.656" v="437" actId="26606"/>
          <ac:spMkLst>
            <pc:docMk/>
            <pc:sldMk cId="293305069" sldId="267"/>
            <ac:spMk id="26" creationId="{435050B1-74E1-4A81-923D-0F5971A3BC01}"/>
          </ac:spMkLst>
        </pc:spChg>
        <pc:picChg chg="del mod">
          <ac:chgData name="Nargiz Aghayeva" userId="54bf6c0e85a13f0b" providerId="LiveId" clId="{D84B1472-893E-4797-BFDB-F28B362688CB}" dt="2025-12-15T22:16:00.906" v="435" actId="478"/>
          <ac:picMkLst>
            <pc:docMk/>
            <pc:sldMk cId="293305069" sldId="267"/>
            <ac:picMk id="4" creationId="{4086761F-EE78-21F6-0607-BF8C4F6FF8D3}"/>
          </ac:picMkLst>
        </pc:picChg>
        <pc:picChg chg="add mod">
          <ac:chgData name="Nargiz Aghayeva" userId="54bf6c0e85a13f0b" providerId="LiveId" clId="{D84B1472-893E-4797-BFDB-F28B362688CB}" dt="2025-12-15T22:16:46.086" v="444" actId="688"/>
          <ac:picMkLst>
            <pc:docMk/>
            <pc:sldMk cId="293305069" sldId="267"/>
            <ac:picMk id="5" creationId="{3A1632E9-557E-2AA3-70E0-02B0896BFDF9}"/>
          </ac:picMkLst>
        </pc:picChg>
      </pc:sldChg>
      <pc:sldChg chg="addSp modSp mod setBg">
        <pc:chgData name="Nargiz Aghayeva" userId="54bf6c0e85a13f0b" providerId="LiveId" clId="{D84B1472-893E-4797-BFDB-F28B362688CB}" dt="2025-12-15T22:14:38.564" v="428" actId="26606"/>
        <pc:sldMkLst>
          <pc:docMk/>
          <pc:sldMk cId="2912324958" sldId="268"/>
        </pc:sldMkLst>
        <pc:spChg chg="mod">
          <ac:chgData name="Nargiz Aghayeva" userId="54bf6c0e85a13f0b" providerId="LiveId" clId="{D84B1472-893E-4797-BFDB-F28B362688CB}" dt="2025-12-15T22:14:38.564" v="428" actId="26606"/>
          <ac:spMkLst>
            <pc:docMk/>
            <pc:sldMk cId="2912324958" sldId="268"/>
            <ac:spMk id="2" creationId="{8F60F459-0E0A-2650-B4BE-9D1FF424F080}"/>
          </ac:spMkLst>
        </pc:spChg>
        <pc:spChg chg="add">
          <ac:chgData name="Nargiz Aghayeva" userId="54bf6c0e85a13f0b" providerId="LiveId" clId="{D84B1472-893E-4797-BFDB-F28B362688CB}" dt="2025-12-15T22:14:38.564" v="428" actId="26606"/>
          <ac:spMkLst>
            <pc:docMk/>
            <pc:sldMk cId="2912324958" sldId="268"/>
            <ac:spMk id="8" creationId="{5D5E0904-721C-4D68-9EB8-1C9752E329A7}"/>
          </ac:spMkLst>
        </pc:spChg>
        <pc:spChg chg="add">
          <ac:chgData name="Nargiz Aghayeva" userId="54bf6c0e85a13f0b" providerId="LiveId" clId="{D84B1472-893E-4797-BFDB-F28B362688CB}" dt="2025-12-15T22:14:38.564" v="428" actId="26606"/>
          <ac:spMkLst>
            <pc:docMk/>
            <pc:sldMk cId="2912324958" sldId="268"/>
            <ac:spMk id="10" creationId="{E2C05438-8975-4783-BCC7-9A4F0BD17978}"/>
          </ac:spMkLst>
        </pc:spChg>
        <pc:spChg chg="add">
          <ac:chgData name="Nargiz Aghayeva" userId="54bf6c0e85a13f0b" providerId="LiveId" clId="{D84B1472-893E-4797-BFDB-F28B362688CB}" dt="2025-12-15T22:14:38.564" v="428" actId="26606"/>
          <ac:spMkLst>
            <pc:docMk/>
            <pc:sldMk cId="2912324958" sldId="268"/>
            <ac:spMk id="12" creationId="{DF0ACCC9-A5C0-44FC-9472-E3E4BF4B41A7}"/>
          </ac:spMkLst>
        </pc:spChg>
        <pc:spChg chg="add">
          <ac:chgData name="Nargiz Aghayeva" userId="54bf6c0e85a13f0b" providerId="LiveId" clId="{D84B1472-893E-4797-BFDB-F28B362688CB}" dt="2025-12-15T22:14:38.564" v="428" actId="26606"/>
          <ac:spMkLst>
            <pc:docMk/>
            <pc:sldMk cId="2912324958" sldId="268"/>
            <ac:spMk id="14" creationId="{E8B8E8AE-1882-46F3-94E7-A2A39149475C}"/>
          </ac:spMkLst>
        </pc:spChg>
        <pc:spChg chg="add">
          <ac:chgData name="Nargiz Aghayeva" userId="54bf6c0e85a13f0b" providerId="LiveId" clId="{D84B1472-893E-4797-BFDB-F28B362688CB}" dt="2025-12-15T22:14:38.564" v="428" actId="26606"/>
          <ac:spMkLst>
            <pc:docMk/>
            <pc:sldMk cId="2912324958" sldId="268"/>
            <ac:spMk id="16" creationId="{F5AE0C4B-4D5E-48B0-929B-038F7E948410}"/>
          </ac:spMkLst>
        </pc:spChg>
        <pc:picChg chg="mod">
          <ac:chgData name="Nargiz Aghayeva" userId="54bf6c0e85a13f0b" providerId="LiveId" clId="{D84B1472-893E-4797-BFDB-F28B362688CB}" dt="2025-12-15T22:14:38.564" v="428" actId="26606"/>
          <ac:picMkLst>
            <pc:docMk/>
            <pc:sldMk cId="2912324958" sldId="268"/>
            <ac:picMk id="3" creationId="{5A7238FC-A063-A4D2-9E72-92D4B40ECC2F}"/>
          </ac:picMkLst>
        </pc:picChg>
      </pc:sldChg>
      <pc:sldChg chg="addSp delSp modSp mod setBg addAnim delAnim">
        <pc:chgData name="Nargiz Aghayeva" userId="54bf6c0e85a13f0b" providerId="LiveId" clId="{D84B1472-893E-4797-BFDB-F28B362688CB}" dt="2025-12-15T22:20:55.291" v="448" actId="26606"/>
        <pc:sldMkLst>
          <pc:docMk/>
          <pc:sldMk cId="466146899" sldId="269"/>
        </pc:sldMkLst>
        <pc:spChg chg="mod">
          <ac:chgData name="Nargiz Aghayeva" userId="54bf6c0e85a13f0b" providerId="LiveId" clId="{D84B1472-893E-4797-BFDB-F28B362688CB}" dt="2025-12-15T22:20:55.291" v="448" actId="26606"/>
          <ac:spMkLst>
            <pc:docMk/>
            <pc:sldMk cId="466146899" sldId="269"/>
            <ac:spMk id="2" creationId="{E158BC81-2E46-3C7D-4576-9819DBD52464}"/>
          </ac:spMkLst>
        </pc:spChg>
        <pc:spChg chg="add del">
          <ac:chgData name="Nargiz Aghayeva" userId="54bf6c0e85a13f0b" providerId="LiveId" clId="{D84B1472-893E-4797-BFDB-F28B362688CB}" dt="2025-12-15T22:20:55.291" v="447" actId="26606"/>
          <ac:spMkLst>
            <pc:docMk/>
            <pc:sldMk cId="466146899" sldId="269"/>
            <ac:spMk id="9" creationId="{F1ACBE00-0221-433D-8EA5-D9D7B45F35BE}"/>
          </ac:spMkLst>
        </pc:spChg>
        <pc:spChg chg="add del">
          <ac:chgData name="Nargiz Aghayeva" userId="54bf6c0e85a13f0b" providerId="LiveId" clId="{D84B1472-893E-4797-BFDB-F28B362688CB}" dt="2025-12-15T22:20:55.291" v="447" actId="26606"/>
          <ac:spMkLst>
            <pc:docMk/>
            <pc:sldMk cId="466146899" sldId="269"/>
            <ac:spMk id="11" creationId="{06980910-96FA-4DA6-93F5-97873AF1B76D}"/>
          </ac:spMkLst>
        </pc:spChg>
        <pc:spChg chg="add del">
          <ac:chgData name="Nargiz Aghayeva" userId="54bf6c0e85a13f0b" providerId="LiveId" clId="{D84B1472-893E-4797-BFDB-F28B362688CB}" dt="2025-12-15T22:20:55.291" v="447" actId="26606"/>
          <ac:spMkLst>
            <pc:docMk/>
            <pc:sldMk cId="466146899" sldId="269"/>
            <ac:spMk id="13" creationId="{9F1CB7E2-0098-4A7C-B377-037DCA4C80AD}"/>
          </ac:spMkLst>
        </pc:spChg>
        <pc:spChg chg="add">
          <ac:chgData name="Nargiz Aghayeva" userId="54bf6c0e85a13f0b" providerId="LiveId" clId="{D84B1472-893E-4797-BFDB-F28B362688CB}" dt="2025-12-15T22:20:55.291" v="448" actId="26606"/>
          <ac:spMkLst>
            <pc:docMk/>
            <pc:sldMk cId="466146899" sldId="269"/>
            <ac:spMk id="15" creationId="{072366D3-9B5C-42E1-9906-77FF6BB55EAB}"/>
          </ac:spMkLst>
        </pc:spChg>
        <pc:spChg chg="add">
          <ac:chgData name="Nargiz Aghayeva" userId="54bf6c0e85a13f0b" providerId="LiveId" clId="{D84B1472-893E-4797-BFDB-F28B362688CB}" dt="2025-12-15T22:20:55.291" v="448" actId="26606"/>
          <ac:spMkLst>
            <pc:docMk/>
            <pc:sldMk cId="466146899" sldId="269"/>
            <ac:spMk id="16" creationId="{5D5E0904-721C-4D68-9EB8-1C9752E329A7}"/>
          </ac:spMkLst>
        </pc:spChg>
        <pc:spChg chg="add">
          <ac:chgData name="Nargiz Aghayeva" userId="54bf6c0e85a13f0b" providerId="LiveId" clId="{D84B1472-893E-4797-BFDB-F28B362688CB}" dt="2025-12-15T22:20:55.291" v="448" actId="26606"/>
          <ac:spMkLst>
            <pc:docMk/>
            <pc:sldMk cId="466146899" sldId="269"/>
            <ac:spMk id="17" creationId="{121F5E60-4E89-4B16-A245-12BD9935998D}"/>
          </ac:spMkLst>
        </pc:spChg>
        <pc:spChg chg="add">
          <ac:chgData name="Nargiz Aghayeva" userId="54bf6c0e85a13f0b" providerId="LiveId" clId="{D84B1472-893E-4797-BFDB-F28B362688CB}" dt="2025-12-15T22:20:55.291" v="448" actId="26606"/>
          <ac:spMkLst>
            <pc:docMk/>
            <pc:sldMk cId="466146899" sldId="269"/>
            <ac:spMk id="18" creationId="{B298ECBA-3258-45DF-8FD4-7581736BCCBC}"/>
          </ac:spMkLst>
        </pc:spChg>
        <pc:spChg chg="add">
          <ac:chgData name="Nargiz Aghayeva" userId="54bf6c0e85a13f0b" providerId="LiveId" clId="{D84B1472-893E-4797-BFDB-F28B362688CB}" dt="2025-12-15T22:20:55.291" v="448" actId="26606"/>
          <ac:spMkLst>
            <pc:docMk/>
            <pc:sldMk cId="466146899" sldId="269"/>
            <ac:spMk id="19" creationId="{B62BF453-BD82-4B90-9FE7-51703133806E}"/>
          </ac:spMkLst>
        </pc:spChg>
        <pc:picChg chg="mod">
          <ac:chgData name="Nargiz Aghayeva" userId="54bf6c0e85a13f0b" providerId="LiveId" clId="{D84B1472-893E-4797-BFDB-F28B362688CB}" dt="2025-12-15T22:20:55.291" v="448" actId="26606"/>
          <ac:picMkLst>
            <pc:docMk/>
            <pc:sldMk cId="466146899" sldId="269"/>
            <ac:picMk id="4" creationId="{784B2AD7-6C3E-2265-A3EB-3A652E7CFB3B}"/>
          </ac:picMkLst>
        </pc:picChg>
      </pc:sldChg>
      <pc:sldChg chg="addSp delSp modSp mod setBg">
        <pc:chgData name="Nargiz Aghayeva" userId="54bf6c0e85a13f0b" providerId="LiveId" clId="{D84B1472-893E-4797-BFDB-F28B362688CB}" dt="2025-12-15T23:00:39.098" v="578" actId="1076"/>
        <pc:sldMkLst>
          <pc:docMk/>
          <pc:sldMk cId="3814960921" sldId="270"/>
        </pc:sldMkLst>
        <pc:spChg chg="mod">
          <ac:chgData name="Nargiz Aghayeva" userId="54bf6c0e85a13f0b" providerId="LiveId" clId="{D84B1472-893E-4797-BFDB-F28B362688CB}" dt="2025-12-15T23:00:39.098" v="578" actId="1076"/>
          <ac:spMkLst>
            <pc:docMk/>
            <pc:sldMk cId="3814960921" sldId="270"/>
            <ac:spMk id="2" creationId="{00797FDA-8CFB-68FF-EC63-87BDEC8FA0DC}"/>
          </ac:spMkLst>
        </pc:spChg>
        <pc:spChg chg="del mod">
          <ac:chgData name="Nargiz Aghayeva" userId="54bf6c0e85a13f0b" providerId="LiveId" clId="{D84B1472-893E-4797-BFDB-F28B362688CB}" dt="2025-12-15T22:45:46.886" v="558" actId="26606"/>
          <ac:spMkLst>
            <pc:docMk/>
            <pc:sldMk cId="3814960921" sldId="270"/>
            <ac:spMk id="3" creationId="{F285D411-E7BF-9E37-3E66-0AFDFADD4375}"/>
          </ac:spMkLst>
        </pc:spChg>
        <pc:spChg chg="add">
          <ac:chgData name="Nargiz Aghayeva" userId="54bf6c0e85a13f0b" providerId="LiveId" clId="{D84B1472-893E-4797-BFDB-F28B362688CB}" dt="2025-12-15T22:45:46.886" v="558" actId="26606"/>
          <ac:spMkLst>
            <pc:docMk/>
            <pc:sldMk cId="3814960921" sldId="270"/>
            <ac:spMk id="9" creationId="{F853C71C-EE3C-44D8-8587-9A4D9D5CC5CA}"/>
          </ac:spMkLst>
        </pc:spChg>
        <pc:graphicFrameChg chg="add">
          <ac:chgData name="Nargiz Aghayeva" userId="54bf6c0e85a13f0b" providerId="LiveId" clId="{D84B1472-893E-4797-BFDB-F28B362688CB}" dt="2025-12-15T22:45:46.886" v="558" actId="26606"/>
          <ac:graphicFrameMkLst>
            <pc:docMk/>
            <pc:sldMk cId="3814960921" sldId="270"/>
            <ac:graphicFrameMk id="5" creationId="{4A0126C7-71E9-CAD4-5396-D766040AF19C}"/>
          </ac:graphicFrameMkLst>
        </pc:graphicFrameChg>
      </pc:sldChg>
      <pc:sldChg chg="addSp delSp modSp new mod setBg setClrOvrMap">
        <pc:chgData name="Nargiz Aghayeva" userId="54bf6c0e85a13f0b" providerId="LiveId" clId="{D84B1472-893E-4797-BFDB-F28B362688CB}" dt="2025-12-15T21:43:21.623" v="157" actId="26606"/>
        <pc:sldMkLst>
          <pc:docMk/>
          <pc:sldMk cId="2659281210" sldId="271"/>
        </pc:sldMkLst>
        <pc:spChg chg="add del">
          <ac:chgData name="Nargiz Aghayeva" userId="54bf6c0e85a13f0b" providerId="LiveId" clId="{D84B1472-893E-4797-BFDB-F28B362688CB}" dt="2025-12-15T21:38:25.695" v="91" actId="26606"/>
          <ac:spMkLst>
            <pc:docMk/>
            <pc:sldMk cId="2659281210" sldId="271"/>
            <ac:spMk id="12" creationId="{81D8CF82-F64D-47ED-AE0B-6739F7DFC800}"/>
          </ac:spMkLst>
        </pc:spChg>
        <pc:spChg chg="add del">
          <ac:chgData name="Nargiz Aghayeva" userId="54bf6c0e85a13f0b" providerId="LiveId" clId="{D84B1472-893E-4797-BFDB-F28B362688CB}" dt="2025-12-15T21:38:25.695" v="91" actId="26606"/>
          <ac:spMkLst>
            <pc:docMk/>
            <pc:sldMk cId="2659281210" sldId="271"/>
            <ac:spMk id="14" creationId="{DC1215D5-FBB4-42EE-A9BB-BE660FB49784}"/>
          </ac:spMkLst>
        </pc:spChg>
        <pc:spChg chg="add del">
          <ac:chgData name="Nargiz Aghayeva" userId="54bf6c0e85a13f0b" providerId="LiveId" clId="{D84B1472-893E-4797-BFDB-F28B362688CB}" dt="2025-12-15T21:38:28.352" v="93" actId="26606"/>
          <ac:spMkLst>
            <pc:docMk/>
            <pc:sldMk cId="2659281210" sldId="271"/>
            <ac:spMk id="16" creationId="{AB33EF95-E91B-40C4-A692-E9106529168C}"/>
          </ac:spMkLst>
        </pc:spChg>
        <pc:spChg chg="add del">
          <ac:chgData name="Nargiz Aghayeva" userId="54bf6c0e85a13f0b" providerId="LiveId" clId="{D84B1472-893E-4797-BFDB-F28B362688CB}" dt="2025-12-15T21:38:28.352" v="93" actId="26606"/>
          <ac:spMkLst>
            <pc:docMk/>
            <pc:sldMk cId="2659281210" sldId="271"/>
            <ac:spMk id="17" creationId="{953CAC5D-D424-4EE2-A0C2-72ED7A88AA4B}"/>
          </ac:spMkLst>
        </pc:spChg>
        <pc:spChg chg="add del">
          <ac:chgData name="Nargiz Aghayeva" userId="54bf6c0e85a13f0b" providerId="LiveId" clId="{D84B1472-893E-4797-BFDB-F28B362688CB}" dt="2025-12-15T21:39:55.490" v="112" actId="26606"/>
          <ac:spMkLst>
            <pc:docMk/>
            <pc:sldMk cId="2659281210" sldId="271"/>
            <ac:spMk id="19" creationId="{66635931-A5A4-4D39-BFD8-7D8BBA65B09E}"/>
          </ac:spMkLst>
        </pc:spChg>
        <pc:spChg chg="add del">
          <ac:chgData name="Nargiz Aghayeva" userId="54bf6c0e85a13f0b" providerId="LiveId" clId="{D84B1472-893E-4797-BFDB-F28B362688CB}" dt="2025-12-15T21:39:55.490" v="112" actId="26606"/>
          <ac:spMkLst>
            <pc:docMk/>
            <pc:sldMk cId="2659281210" sldId="271"/>
            <ac:spMk id="20" creationId="{B8805B00-51B6-41BB-826C-4F25A5C1BCC6}"/>
          </ac:spMkLst>
        </pc:spChg>
        <pc:spChg chg="add del">
          <ac:chgData name="Nargiz Aghayeva" userId="54bf6c0e85a13f0b" providerId="LiveId" clId="{D84B1472-893E-4797-BFDB-F28B362688CB}" dt="2025-12-15T21:43:21.623" v="157" actId="26606"/>
          <ac:spMkLst>
            <pc:docMk/>
            <pc:sldMk cId="2659281210" sldId="271"/>
            <ac:spMk id="25" creationId="{12E8CD4E-6381-4807-AA5B-CE0024A8BE19}"/>
          </ac:spMkLst>
        </pc:spChg>
        <pc:spChg chg="add del">
          <ac:chgData name="Nargiz Aghayeva" userId="54bf6c0e85a13f0b" providerId="LiveId" clId="{D84B1472-893E-4797-BFDB-F28B362688CB}" dt="2025-12-15T21:43:21.623" v="157" actId="26606"/>
          <ac:spMkLst>
            <pc:docMk/>
            <pc:sldMk cId="2659281210" sldId="271"/>
            <ac:spMk id="27" creationId="{7C6A4DDC-3049-4FEA-B9FF-CBCF8B277BBF}"/>
          </ac:spMkLst>
        </pc:spChg>
        <pc:spChg chg="add del">
          <ac:chgData name="Nargiz Aghayeva" userId="54bf6c0e85a13f0b" providerId="LiveId" clId="{D84B1472-893E-4797-BFDB-F28B362688CB}" dt="2025-12-15T21:43:21.623" v="157" actId="26606"/>
          <ac:spMkLst>
            <pc:docMk/>
            <pc:sldMk cId="2659281210" sldId="271"/>
            <ac:spMk id="29" creationId="{87BCB2CF-F2CE-43B5-93CB-386479577889}"/>
          </ac:spMkLst>
        </pc:spChg>
        <pc:spChg chg="add del">
          <ac:chgData name="Nargiz Aghayeva" userId="54bf6c0e85a13f0b" providerId="LiveId" clId="{D84B1472-893E-4797-BFDB-F28B362688CB}" dt="2025-12-15T21:43:21.623" v="157" actId="26606"/>
          <ac:spMkLst>
            <pc:docMk/>
            <pc:sldMk cId="2659281210" sldId="271"/>
            <ac:spMk id="31" creationId="{2C68A941-4039-4496-9008-274182DFFEDF}"/>
          </ac:spMkLst>
        </pc:spChg>
        <pc:spChg chg="add del">
          <ac:chgData name="Nargiz Aghayeva" userId="54bf6c0e85a13f0b" providerId="LiveId" clId="{D84B1472-893E-4797-BFDB-F28B362688CB}" dt="2025-12-15T21:43:21.623" v="157" actId="26606"/>
          <ac:spMkLst>
            <pc:docMk/>
            <pc:sldMk cId="2659281210" sldId="271"/>
            <ac:spMk id="33" creationId="{878B897E-FBB2-4D71-AA1C-3C4DA4A264C9}"/>
          </ac:spMkLst>
        </pc:spChg>
        <pc:spChg chg="add">
          <ac:chgData name="Nargiz Aghayeva" userId="54bf6c0e85a13f0b" providerId="LiveId" clId="{D84B1472-893E-4797-BFDB-F28B362688CB}" dt="2025-12-15T21:43:21.623" v="157" actId="26606"/>
          <ac:spMkLst>
            <pc:docMk/>
            <pc:sldMk cId="2659281210" sldId="271"/>
            <ac:spMk id="38" creationId="{12E8CD4E-6381-4807-AA5B-CE0024A8BE19}"/>
          </ac:spMkLst>
        </pc:spChg>
        <pc:spChg chg="add">
          <ac:chgData name="Nargiz Aghayeva" userId="54bf6c0e85a13f0b" providerId="LiveId" clId="{D84B1472-893E-4797-BFDB-F28B362688CB}" dt="2025-12-15T21:43:21.623" v="157" actId="26606"/>
          <ac:spMkLst>
            <pc:docMk/>
            <pc:sldMk cId="2659281210" sldId="271"/>
            <ac:spMk id="40" creationId="{D28445F8-F032-43C9-8D0F-A5155F525283}"/>
          </ac:spMkLst>
        </pc:spChg>
        <pc:spChg chg="add">
          <ac:chgData name="Nargiz Aghayeva" userId="54bf6c0e85a13f0b" providerId="LiveId" clId="{D84B1472-893E-4797-BFDB-F28B362688CB}" dt="2025-12-15T21:43:21.623" v="157" actId="26606"/>
          <ac:spMkLst>
            <pc:docMk/>
            <pc:sldMk cId="2659281210" sldId="271"/>
            <ac:spMk id="42" creationId="{36A325B5-56A3-425A-B9A3-0CEB7CA1BBF6}"/>
          </ac:spMkLst>
        </pc:spChg>
        <pc:spChg chg="add">
          <ac:chgData name="Nargiz Aghayeva" userId="54bf6c0e85a13f0b" providerId="LiveId" clId="{D84B1472-893E-4797-BFDB-F28B362688CB}" dt="2025-12-15T21:43:21.623" v="157" actId="26606"/>
          <ac:spMkLst>
            <pc:docMk/>
            <pc:sldMk cId="2659281210" sldId="271"/>
            <ac:spMk id="44" creationId="{B80DE958-9D45-4CAD-BF1F-FA2ED970B7F6}"/>
          </ac:spMkLst>
        </pc:spChg>
        <pc:spChg chg="add">
          <ac:chgData name="Nargiz Aghayeva" userId="54bf6c0e85a13f0b" providerId="LiveId" clId="{D84B1472-893E-4797-BFDB-F28B362688CB}" dt="2025-12-15T21:43:21.623" v="157" actId="26606"/>
          <ac:spMkLst>
            <pc:docMk/>
            <pc:sldMk cId="2659281210" sldId="271"/>
            <ac:spMk id="46" creationId="{BB93B4BF-AD35-4E52-8131-161C5FB9CDD7}"/>
          </ac:spMkLst>
        </pc:spChg>
        <pc:picChg chg="add del mod">
          <ac:chgData name="Nargiz Aghayeva" userId="54bf6c0e85a13f0b" providerId="LiveId" clId="{D84B1472-893E-4797-BFDB-F28B362688CB}" dt="2025-12-15T21:36:27.874" v="74" actId="478"/>
          <ac:picMkLst>
            <pc:docMk/>
            <pc:sldMk cId="2659281210" sldId="271"/>
            <ac:picMk id="3" creationId="{61BCDE3D-5635-F5F9-953A-0D5489F2D224}"/>
          </ac:picMkLst>
        </pc:picChg>
        <pc:picChg chg="add mod ord">
          <ac:chgData name="Nargiz Aghayeva" userId="54bf6c0e85a13f0b" providerId="LiveId" clId="{D84B1472-893E-4797-BFDB-F28B362688CB}" dt="2025-12-15T21:40:30.599" v="121" actId="14100"/>
          <ac:picMkLst>
            <pc:docMk/>
            <pc:sldMk cId="2659281210" sldId="271"/>
            <ac:picMk id="5" creationId="{CAFFD9E6-5972-A002-2054-704C704369FA}"/>
          </ac:picMkLst>
        </pc:picChg>
        <pc:picChg chg="add mod">
          <ac:chgData name="Nargiz Aghayeva" userId="54bf6c0e85a13f0b" providerId="LiveId" clId="{D84B1472-893E-4797-BFDB-F28B362688CB}" dt="2025-12-15T21:40:18.215" v="117" actId="14100"/>
          <ac:picMkLst>
            <pc:docMk/>
            <pc:sldMk cId="2659281210" sldId="271"/>
            <ac:picMk id="7" creationId="{433B8C8D-ED56-43CB-2232-3AB666B26657}"/>
          </ac:picMkLst>
        </pc:picChg>
        <pc:picChg chg="add mod">
          <ac:chgData name="Nargiz Aghayeva" userId="54bf6c0e85a13f0b" providerId="LiveId" clId="{D84B1472-893E-4797-BFDB-F28B362688CB}" dt="2025-12-15T21:40:39.324" v="125" actId="14100"/>
          <ac:picMkLst>
            <pc:docMk/>
            <pc:sldMk cId="2659281210" sldId="271"/>
            <ac:picMk id="9" creationId="{340AEF95-2C20-5A69-7E7D-A1D0B651F7A1}"/>
          </ac:picMkLst>
        </pc:picChg>
        <pc:picChg chg="add mod ord">
          <ac:chgData name="Nargiz Aghayeva" userId="54bf6c0e85a13f0b" providerId="LiveId" clId="{D84B1472-893E-4797-BFDB-F28B362688CB}" dt="2025-12-15T21:39:55.490" v="112" actId="26606"/>
          <ac:picMkLst>
            <pc:docMk/>
            <pc:sldMk cId="2659281210" sldId="271"/>
            <ac:picMk id="11" creationId="{B2E3ECDF-E7E7-D82E-BD86-9CCEEC108710}"/>
          </ac:picMkLst>
        </pc:picChg>
        <pc:picChg chg="add del mod">
          <ac:chgData name="Nargiz Aghayeva" userId="54bf6c0e85a13f0b" providerId="LiveId" clId="{D84B1472-893E-4797-BFDB-F28B362688CB}" dt="2025-12-15T21:37:16.143" v="82" actId="478"/>
          <ac:picMkLst>
            <pc:docMk/>
            <pc:sldMk cId="2659281210" sldId="271"/>
            <ac:picMk id="1026" creationId="{42D11253-863B-A9AA-BCAA-2E898B038E73}"/>
          </ac:picMkLst>
        </pc:picChg>
      </pc:sldChg>
      <pc:sldChg chg="new del">
        <pc:chgData name="Nargiz Aghayeva" userId="54bf6c0e85a13f0b" providerId="LiveId" clId="{D84B1472-893E-4797-BFDB-F28B362688CB}" dt="2025-12-15T22:21:23.786" v="450" actId="680"/>
        <pc:sldMkLst>
          <pc:docMk/>
          <pc:sldMk cId="864074493" sldId="272"/>
        </pc:sldMkLst>
      </pc:sldChg>
      <pc:sldChg chg="addSp delSp modSp new mod ord setBg">
        <pc:chgData name="Nargiz Aghayeva" userId="54bf6c0e85a13f0b" providerId="LiveId" clId="{D84B1472-893E-4797-BFDB-F28B362688CB}" dt="2025-12-15T22:31:13.309" v="512" actId="20577"/>
        <pc:sldMkLst>
          <pc:docMk/>
          <pc:sldMk cId="3792585041" sldId="272"/>
        </pc:sldMkLst>
        <pc:spChg chg="mod ord">
          <ac:chgData name="Nargiz Aghayeva" userId="54bf6c0e85a13f0b" providerId="LiveId" clId="{D84B1472-893E-4797-BFDB-F28B362688CB}" dt="2025-12-15T22:31:13.309" v="512" actId="20577"/>
          <ac:spMkLst>
            <pc:docMk/>
            <pc:sldMk cId="3792585041" sldId="272"/>
            <ac:spMk id="2" creationId="{57D6E1BA-B4E0-2208-F005-861DC85655C4}"/>
          </ac:spMkLst>
        </pc:spChg>
        <pc:spChg chg="add del">
          <ac:chgData name="Nargiz Aghayeva" userId="54bf6c0e85a13f0b" providerId="LiveId" clId="{D84B1472-893E-4797-BFDB-F28B362688CB}" dt="2025-12-15T22:24:07.857" v="468" actId="26606"/>
          <ac:spMkLst>
            <pc:docMk/>
            <pc:sldMk cId="3792585041" sldId="272"/>
            <ac:spMk id="7" creationId="{A6F05DDE-5F2C-44F5-BACC-DED4737B11B8}"/>
          </ac:spMkLst>
        </pc:spChg>
        <pc:spChg chg="add del">
          <ac:chgData name="Nargiz Aghayeva" userId="54bf6c0e85a13f0b" providerId="LiveId" clId="{D84B1472-893E-4797-BFDB-F28B362688CB}" dt="2025-12-15T22:24:07.857" v="468" actId="26606"/>
          <ac:spMkLst>
            <pc:docMk/>
            <pc:sldMk cId="3792585041" sldId="272"/>
            <ac:spMk id="9" creationId="{7EFFE664-A3F2-4977-A6E3-C38CF57A1630}"/>
          </ac:spMkLst>
        </pc:spChg>
        <pc:spChg chg="add del">
          <ac:chgData name="Nargiz Aghayeva" userId="54bf6c0e85a13f0b" providerId="LiveId" clId="{D84B1472-893E-4797-BFDB-F28B362688CB}" dt="2025-12-15T22:24:07.857" v="468" actId="26606"/>
          <ac:spMkLst>
            <pc:docMk/>
            <pc:sldMk cId="3792585041" sldId="272"/>
            <ac:spMk id="11" creationId="{C85C471A-7EB8-45A1-901F-B4BBC499F1ED}"/>
          </ac:spMkLst>
        </pc:spChg>
        <pc:spChg chg="add del">
          <ac:chgData name="Nargiz Aghayeva" userId="54bf6c0e85a13f0b" providerId="LiveId" clId="{D84B1472-893E-4797-BFDB-F28B362688CB}" dt="2025-12-15T22:24:00.957" v="465" actId="26606"/>
          <ac:spMkLst>
            <pc:docMk/>
            <pc:sldMk cId="3792585041" sldId="272"/>
            <ac:spMk id="16" creationId="{5D5E0904-721C-4D68-9EB8-1C9752E329A7}"/>
          </ac:spMkLst>
        </pc:spChg>
        <pc:spChg chg="add del">
          <ac:chgData name="Nargiz Aghayeva" userId="54bf6c0e85a13f0b" providerId="LiveId" clId="{D84B1472-893E-4797-BFDB-F28B362688CB}" dt="2025-12-15T22:24:00.957" v="465" actId="26606"/>
          <ac:spMkLst>
            <pc:docMk/>
            <pc:sldMk cId="3792585041" sldId="272"/>
            <ac:spMk id="18" creationId="{B298ECBA-3258-45DF-8FD4-7581736BCCBC}"/>
          </ac:spMkLst>
        </pc:spChg>
        <pc:spChg chg="add del">
          <ac:chgData name="Nargiz Aghayeva" userId="54bf6c0e85a13f0b" providerId="LiveId" clId="{D84B1472-893E-4797-BFDB-F28B362688CB}" dt="2025-12-15T22:24:00.957" v="465" actId="26606"/>
          <ac:spMkLst>
            <pc:docMk/>
            <pc:sldMk cId="3792585041" sldId="272"/>
            <ac:spMk id="20" creationId="{B62BF453-BD82-4B90-9FE7-51703133806E}"/>
          </ac:spMkLst>
        </pc:spChg>
        <pc:spChg chg="add del">
          <ac:chgData name="Nargiz Aghayeva" userId="54bf6c0e85a13f0b" providerId="LiveId" clId="{D84B1472-893E-4797-BFDB-F28B362688CB}" dt="2025-12-15T22:24:00.957" v="465" actId="26606"/>
          <ac:spMkLst>
            <pc:docMk/>
            <pc:sldMk cId="3792585041" sldId="272"/>
            <ac:spMk id="22" creationId="{072366D3-9B5C-42E1-9906-77FF6BB55EAB}"/>
          </ac:spMkLst>
        </pc:spChg>
        <pc:spChg chg="add del">
          <ac:chgData name="Nargiz Aghayeva" userId="54bf6c0e85a13f0b" providerId="LiveId" clId="{D84B1472-893E-4797-BFDB-F28B362688CB}" dt="2025-12-15T22:24:00.957" v="465" actId="26606"/>
          <ac:spMkLst>
            <pc:docMk/>
            <pc:sldMk cId="3792585041" sldId="272"/>
            <ac:spMk id="24" creationId="{121F5E60-4E89-4B16-A245-12BD9935998D}"/>
          </ac:spMkLst>
        </pc:spChg>
        <pc:spChg chg="add del">
          <ac:chgData name="Nargiz Aghayeva" userId="54bf6c0e85a13f0b" providerId="LiveId" clId="{D84B1472-893E-4797-BFDB-F28B362688CB}" dt="2025-12-15T22:24:07.840" v="467" actId="26606"/>
          <ac:spMkLst>
            <pc:docMk/>
            <pc:sldMk cId="3792585041" sldId="272"/>
            <ac:spMk id="26" creationId="{C75470D1-A9BC-450A-94B8-E09E222C0CFB}"/>
          </ac:spMkLst>
        </pc:spChg>
        <pc:spChg chg="add del">
          <ac:chgData name="Nargiz Aghayeva" userId="54bf6c0e85a13f0b" providerId="LiveId" clId="{D84B1472-893E-4797-BFDB-F28B362688CB}" dt="2025-12-15T22:24:07.840" v="467" actId="26606"/>
          <ac:spMkLst>
            <pc:docMk/>
            <pc:sldMk cId="3792585041" sldId="272"/>
            <ac:spMk id="27" creationId="{9DE021BD-1116-4F17-9FD8-FEB0B1D259B0}"/>
          </ac:spMkLst>
        </pc:spChg>
        <pc:spChg chg="add del">
          <ac:chgData name="Nargiz Aghayeva" userId="54bf6c0e85a13f0b" providerId="LiveId" clId="{D84B1472-893E-4797-BFDB-F28B362688CB}" dt="2025-12-15T22:24:07.840" v="467" actId="26606"/>
          <ac:spMkLst>
            <pc:docMk/>
            <pc:sldMk cId="3792585041" sldId="272"/>
            <ac:spMk id="28" creationId="{14053421-3C7E-4167-AAC2-1B30B2C01601}"/>
          </ac:spMkLst>
        </pc:spChg>
        <pc:spChg chg="add del">
          <ac:chgData name="Nargiz Aghayeva" userId="54bf6c0e85a13f0b" providerId="LiveId" clId="{D84B1472-893E-4797-BFDB-F28B362688CB}" dt="2025-12-15T22:24:07.840" v="467" actId="26606"/>
          <ac:spMkLst>
            <pc:docMk/>
            <pc:sldMk cId="3792585041" sldId="272"/>
            <ac:spMk id="29" creationId="{E271DD9B-7A66-493F-BB4A-1CF4294C6E14}"/>
          </ac:spMkLst>
        </pc:spChg>
        <pc:spChg chg="add">
          <ac:chgData name="Nargiz Aghayeva" userId="54bf6c0e85a13f0b" providerId="LiveId" clId="{D84B1472-893E-4797-BFDB-F28B362688CB}" dt="2025-12-15T22:24:07.857" v="468" actId="26606"/>
          <ac:spMkLst>
            <pc:docMk/>
            <pc:sldMk cId="3792585041" sldId="272"/>
            <ac:spMk id="31" creationId="{5D5E0904-721C-4D68-9EB8-1C9752E329A7}"/>
          </ac:spMkLst>
        </pc:spChg>
        <pc:spChg chg="add">
          <ac:chgData name="Nargiz Aghayeva" userId="54bf6c0e85a13f0b" providerId="LiveId" clId="{D84B1472-893E-4797-BFDB-F28B362688CB}" dt="2025-12-15T22:24:07.857" v="468" actId="26606"/>
          <ac:spMkLst>
            <pc:docMk/>
            <pc:sldMk cId="3792585041" sldId="272"/>
            <ac:spMk id="32" creationId="{D0CDF5D3-7220-42A0-9D37-ECF3BF283B37}"/>
          </ac:spMkLst>
        </pc:spChg>
        <pc:spChg chg="add">
          <ac:chgData name="Nargiz Aghayeva" userId="54bf6c0e85a13f0b" providerId="LiveId" clId="{D84B1472-893E-4797-BFDB-F28B362688CB}" dt="2025-12-15T22:24:07.857" v="468" actId="26606"/>
          <ac:spMkLst>
            <pc:docMk/>
            <pc:sldMk cId="3792585041" sldId="272"/>
            <ac:spMk id="33" creationId="{64BC717F-58B3-4A4E-BC3B-1B11323AD5C9}"/>
          </ac:spMkLst>
        </pc:spChg>
        <pc:spChg chg="add">
          <ac:chgData name="Nargiz Aghayeva" userId="54bf6c0e85a13f0b" providerId="LiveId" clId="{D84B1472-893E-4797-BFDB-F28B362688CB}" dt="2025-12-15T22:24:07.857" v="468" actId="26606"/>
          <ac:spMkLst>
            <pc:docMk/>
            <pc:sldMk cId="3792585041" sldId="272"/>
            <ac:spMk id="34" creationId="{1EE75710-64C5-4CA8-8A7C-82EE4125C90D}"/>
          </ac:spMkLst>
        </pc:spChg>
        <pc:spChg chg="add">
          <ac:chgData name="Nargiz Aghayeva" userId="54bf6c0e85a13f0b" providerId="LiveId" clId="{D84B1472-893E-4797-BFDB-F28B362688CB}" dt="2025-12-15T22:24:07.857" v="468" actId="26606"/>
          <ac:spMkLst>
            <pc:docMk/>
            <pc:sldMk cId="3792585041" sldId="272"/>
            <ac:spMk id="35" creationId="{435050B1-74E1-4A81-923D-0F5971A3BC01}"/>
          </ac:spMkLst>
        </pc:spChg>
        <pc:picChg chg="add del mod">
          <ac:chgData name="Nargiz Aghayeva" userId="54bf6c0e85a13f0b" providerId="LiveId" clId="{D84B1472-893E-4797-BFDB-F28B362688CB}" dt="2025-12-15T22:29:30.604" v="495" actId="478"/>
          <ac:picMkLst>
            <pc:docMk/>
            <pc:sldMk cId="3792585041" sldId="272"/>
            <ac:picMk id="4" creationId="{FCC4B2D0-6577-F5F5-48BD-6BBBD12B9C23}"/>
          </ac:picMkLst>
        </pc:picChg>
        <pc:picChg chg="add mod">
          <ac:chgData name="Nargiz Aghayeva" userId="54bf6c0e85a13f0b" providerId="LiveId" clId="{D84B1472-893E-4797-BFDB-F28B362688CB}" dt="2025-12-15T22:30:33.183" v="503" actId="1076"/>
          <ac:picMkLst>
            <pc:docMk/>
            <pc:sldMk cId="3792585041" sldId="272"/>
            <ac:picMk id="6" creationId="{E2819425-49AB-E83D-54B5-6F9D73ECCD80}"/>
          </ac:picMkLst>
        </pc:picChg>
      </pc:sldChg>
      <pc:sldChg chg="addSp modSp new mod setBg">
        <pc:chgData name="Nargiz Aghayeva" userId="54bf6c0e85a13f0b" providerId="LiveId" clId="{D84B1472-893E-4797-BFDB-F28B362688CB}" dt="2025-12-15T22:42:21.653" v="557" actId="14100"/>
        <pc:sldMkLst>
          <pc:docMk/>
          <pc:sldMk cId="3104688800" sldId="273"/>
        </pc:sldMkLst>
        <pc:spChg chg="add mod">
          <ac:chgData name="Nargiz Aghayeva" userId="54bf6c0e85a13f0b" providerId="LiveId" clId="{D84B1472-893E-4797-BFDB-F28B362688CB}" dt="2025-12-15T22:42:21.653" v="557" actId="14100"/>
          <ac:spMkLst>
            <pc:docMk/>
            <pc:sldMk cId="3104688800" sldId="273"/>
            <ac:spMk id="4" creationId="{58008D10-F622-60A7-96A0-0D228344CF3F}"/>
          </ac:spMkLst>
        </pc:spChg>
        <pc:spChg chg="add">
          <ac:chgData name="Nargiz Aghayeva" userId="54bf6c0e85a13f0b" providerId="LiveId" clId="{D84B1472-893E-4797-BFDB-F28B362688CB}" dt="2025-12-15T22:34:50.037" v="515" actId="26606"/>
          <ac:spMkLst>
            <pc:docMk/>
            <pc:sldMk cId="3104688800" sldId="273"/>
            <ac:spMk id="8" creationId="{B112F398-C8E5-4322-B9FE-EBA4B6C94A10}"/>
          </ac:spMkLst>
        </pc:spChg>
        <pc:spChg chg="add">
          <ac:chgData name="Nargiz Aghayeva" userId="54bf6c0e85a13f0b" providerId="LiveId" clId="{D84B1472-893E-4797-BFDB-F28B362688CB}" dt="2025-12-15T22:34:50.037" v="515" actId="26606"/>
          <ac:spMkLst>
            <pc:docMk/>
            <pc:sldMk cId="3104688800" sldId="273"/>
            <ac:spMk id="10" creationId="{AB55519A-61B7-4BC4-97EB-EF5FC8AB0C84}"/>
          </ac:spMkLst>
        </pc:spChg>
        <pc:picChg chg="add mod">
          <ac:chgData name="Nargiz Aghayeva" userId="54bf6c0e85a13f0b" providerId="LiveId" clId="{D84B1472-893E-4797-BFDB-F28B362688CB}" dt="2025-12-15T22:35:21.139" v="536" actId="1076"/>
          <ac:picMkLst>
            <pc:docMk/>
            <pc:sldMk cId="3104688800" sldId="273"/>
            <ac:picMk id="3" creationId="{96B5B1EE-A14A-9616-F614-1148DDA8E1E9}"/>
          </ac:picMkLst>
        </pc:picChg>
      </pc:sldChg>
      <pc:sldChg chg="addSp delSp modSp add mod ord">
        <pc:chgData name="Nargiz Aghayeva" userId="54bf6c0e85a13f0b" providerId="LiveId" clId="{D84B1472-893E-4797-BFDB-F28B362688CB}" dt="2025-12-15T23:00:49.810" v="579" actId="1076"/>
        <pc:sldMkLst>
          <pc:docMk/>
          <pc:sldMk cId="2239169513" sldId="274"/>
        </pc:sldMkLst>
        <pc:spChg chg="mod">
          <ac:chgData name="Nargiz Aghayeva" userId="54bf6c0e85a13f0b" providerId="LiveId" clId="{D84B1472-893E-4797-BFDB-F28B362688CB}" dt="2025-12-15T23:00:49.810" v="579" actId="1076"/>
          <ac:spMkLst>
            <pc:docMk/>
            <pc:sldMk cId="2239169513" sldId="274"/>
            <ac:spMk id="2" creationId="{AAD081D8-7DCC-9521-753A-54FE04C1542E}"/>
          </ac:spMkLst>
        </pc:spChg>
        <pc:spChg chg="del">
          <ac:chgData name="Nargiz Aghayeva" userId="54bf6c0e85a13f0b" providerId="LiveId" clId="{D84B1472-893E-4797-BFDB-F28B362688CB}" dt="2025-12-15T22:56:01.726" v="569" actId="26606"/>
          <ac:spMkLst>
            <pc:docMk/>
            <pc:sldMk cId="2239169513" sldId="274"/>
            <ac:spMk id="31" creationId="{E5EBF6E8-8098-C5A1-B080-6077D0A8B5C8}"/>
          </ac:spMkLst>
        </pc:spChg>
        <pc:spChg chg="del">
          <ac:chgData name="Nargiz Aghayeva" userId="54bf6c0e85a13f0b" providerId="LiveId" clId="{D84B1472-893E-4797-BFDB-F28B362688CB}" dt="2025-12-15T22:56:01.726" v="569" actId="26606"/>
          <ac:spMkLst>
            <pc:docMk/>
            <pc:sldMk cId="2239169513" sldId="274"/>
            <ac:spMk id="32" creationId="{8DDE852C-23B7-6A93-B9A9-ED458D79F5DC}"/>
          </ac:spMkLst>
        </pc:spChg>
        <pc:spChg chg="del">
          <ac:chgData name="Nargiz Aghayeva" userId="54bf6c0e85a13f0b" providerId="LiveId" clId="{D84B1472-893E-4797-BFDB-F28B362688CB}" dt="2025-12-15T22:56:01.726" v="569" actId="26606"/>
          <ac:spMkLst>
            <pc:docMk/>
            <pc:sldMk cId="2239169513" sldId="274"/>
            <ac:spMk id="33" creationId="{1AB28FF8-DC11-D137-D669-E45519DD4DBB}"/>
          </ac:spMkLst>
        </pc:spChg>
        <pc:spChg chg="del">
          <ac:chgData name="Nargiz Aghayeva" userId="54bf6c0e85a13f0b" providerId="LiveId" clId="{D84B1472-893E-4797-BFDB-F28B362688CB}" dt="2025-12-15T22:56:01.726" v="569" actId="26606"/>
          <ac:spMkLst>
            <pc:docMk/>
            <pc:sldMk cId="2239169513" sldId="274"/>
            <ac:spMk id="34" creationId="{EA854399-8488-59C9-8419-9F3572714068}"/>
          </ac:spMkLst>
        </pc:spChg>
        <pc:spChg chg="del">
          <ac:chgData name="Nargiz Aghayeva" userId="54bf6c0e85a13f0b" providerId="LiveId" clId="{D84B1472-893E-4797-BFDB-F28B362688CB}" dt="2025-12-15T22:56:01.726" v="569" actId="26606"/>
          <ac:spMkLst>
            <pc:docMk/>
            <pc:sldMk cId="2239169513" sldId="274"/>
            <ac:spMk id="35" creationId="{13791644-09DD-71D1-3B48-6ECDB02BE2F2}"/>
          </ac:spMkLst>
        </pc:spChg>
        <pc:spChg chg="add">
          <ac:chgData name="Nargiz Aghayeva" userId="54bf6c0e85a13f0b" providerId="LiveId" clId="{D84B1472-893E-4797-BFDB-F28B362688CB}" dt="2025-12-15T22:56:01.726" v="569" actId="26606"/>
          <ac:spMkLst>
            <pc:docMk/>
            <pc:sldMk cId="2239169513" sldId="274"/>
            <ac:spMk id="40" creationId="{5D5E0904-721C-4D68-9EB8-1C9752E329A7}"/>
          </ac:spMkLst>
        </pc:spChg>
        <pc:spChg chg="add">
          <ac:chgData name="Nargiz Aghayeva" userId="54bf6c0e85a13f0b" providerId="LiveId" clId="{D84B1472-893E-4797-BFDB-F28B362688CB}" dt="2025-12-15T22:56:01.726" v="569" actId="26606"/>
          <ac:spMkLst>
            <pc:docMk/>
            <pc:sldMk cId="2239169513" sldId="274"/>
            <ac:spMk id="44" creationId="{64BC717F-58B3-4A4E-BC3B-1B11323AD5C9}"/>
          </ac:spMkLst>
        </pc:spChg>
        <pc:spChg chg="add">
          <ac:chgData name="Nargiz Aghayeva" userId="54bf6c0e85a13f0b" providerId="LiveId" clId="{D84B1472-893E-4797-BFDB-F28B362688CB}" dt="2025-12-15T22:56:01.726" v="569" actId="26606"/>
          <ac:spMkLst>
            <pc:docMk/>
            <pc:sldMk cId="2239169513" sldId="274"/>
            <ac:spMk id="46" creationId="{1EE75710-64C5-4CA8-8A7C-82EE4125C90D}"/>
          </ac:spMkLst>
        </pc:spChg>
        <pc:spChg chg="add">
          <ac:chgData name="Nargiz Aghayeva" userId="54bf6c0e85a13f0b" providerId="LiveId" clId="{D84B1472-893E-4797-BFDB-F28B362688CB}" dt="2025-12-15T22:56:01.726" v="569" actId="26606"/>
          <ac:spMkLst>
            <pc:docMk/>
            <pc:sldMk cId="2239169513" sldId="274"/>
            <ac:spMk id="48" creationId="{435050B1-74E1-4A81-923D-0F5971A3BC01}"/>
          </ac:spMkLst>
        </pc:spChg>
        <pc:picChg chg="add mod">
          <ac:chgData name="Nargiz Aghayeva" userId="54bf6c0e85a13f0b" providerId="LiveId" clId="{D84B1472-893E-4797-BFDB-F28B362688CB}" dt="2025-12-15T22:56:15.792" v="573" actId="14100"/>
          <ac:picMkLst>
            <pc:docMk/>
            <pc:sldMk cId="2239169513" sldId="274"/>
            <ac:picMk id="4" creationId="{8C2AD77D-D60F-1A63-3B13-B2A5AA9C42BF}"/>
          </ac:picMkLst>
        </pc:picChg>
        <pc:picChg chg="del">
          <ac:chgData name="Nargiz Aghayeva" userId="54bf6c0e85a13f0b" providerId="LiveId" clId="{D84B1472-893E-4797-BFDB-F28B362688CB}" dt="2025-12-15T22:53:32.846" v="563" actId="478"/>
          <ac:picMkLst>
            <pc:docMk/>
            <pc:sldMk cId="2239169513" sldId="274"/>
            <ac:picMk id="6" creationId="{F9C68BF8-B5CE-BF8D-95B6-29CEE7DB77A6}"/>
          </ac:picMkLst>
        </pc:picChg>
      </pc:sldChg>
      <pc:sldChg chg="addSp delSp modSp new mod setBg setClrOvrMap">
        <pc:chgData name="Nargiz Aghayeva" userId="54bf6c0e85a13f0b" providerId="LiveId" clId="{D84B1472-893E-4797-BFDB-F28B362688CB}" dt="2025-12-15T23:04:37.940" v="592" actId="26606"/>
        <pc:sldMkLst>
          <pc:docMk/>
          <pc:sldMk cId="1536745004" sldId="275"/>
        </pc:sldMkLst>
        <pc:spChg chg="add del">
          <ac:chgData name="Nargiz Aghayeva" userId="54bf6c0e85a13f0b" providerId="LiveId" clId="{D84B1472-893E-4797-BFDB-F28B362688CB}" dt="2025-12-15T23:04:37.940" v="592" actId="26606"/>
          <ac:spMkLst>
            <pc:docMk/>
            <pc:sldMk cId="1536745004" sldId="275"/>
            <ac:spMk id="8" creationId="{B112F398-C8E5-4322-B9FE-EBA4B6C94A10}"/>
          </ac:spMkLst>
        </pc:spChg>
        <pc:spChg chg="add del">
          <ac:chgData name="Nargiz Aghayeva" userId="54bf6c0e85a13f0b" providerId="LiveId" clId="{D84B1472-893E-4797-BFDB-F28B362688CB}" dt="2025-12-15T23:04:37.940" v="592" actId="26606"/>
          <ac:spMkLst>
            <pc:docMk/>
            <pc:sldMk cId="1536745004" sldId="275"/>
            <ac:spMk id="10" creationId="{AB55519A-61B7-4BC4-97EB-EF5FC8AB0C84}"/>
          </ac:spMkLst>
        </pc:spChg>
        <pc:spChg chg="add del">
          <ac:chgData name="Nargiz Aghayeva" userId="54bf6c0e85a13f0b" providerId="LiveId" clId="{D84B1472-893E-4797-BFDB-F28B362688CB}" dt="2025-12-15T23:04:37.934" v="591" actId="26606"/>
          <ac:spMkLst>
            <pc:docMk/>
            <pc:sldMk cId="1536745004" sldId="275"/>
            <ac:spMk id="15" creationId="{CD0FF873-0D97-4AE7-A97E-539910376DCF}"/>
          </ac:spMkLst>
        </pc:spChg>
        <pc:spChg chg="add">
          <ac:chgData name="Nargiz Aghayeva" userId="54bf6c0e85a13f0b" providerId="LiveId" clId="{D84B1472-893E-4797-BFDB-F28B362688CB}" dt="2025-12-15T23:04:37.940" v="592" actId="26606"/>
          <ac:spMkLst>
            <pc:docMk/>
            <pc:sldMk cId="1536745004" sldId="275"/>
            <ac:spMk id="17" creationId="{4765FFFB-1163-4DA7-83B0-B8677ABBC6FF}"/>
          </ac:spMkLst>
        </pc:spChg>
        <pc:spChg chg="add">
          <ac:chgData name="Nargiz Aghayeva" userId="54bf6c0e85a13f0b" providerId="LiveId" clId="{D84B1472-893E-4797-BFDB-F28B362688CB}" dt="2025-12-15T23:04:37.940" v="592" actId="26606"/>
          <ac:spMkLst>
            <pc:docMk/>
            <pc:sldMk cId="1536745004" sldId="275"/>
            <ac:spMk id="18" creationId="{9B0F74F9-E373-4883-A533-C80C53DE6DE0}"/>
          </ac:spMkLst>
        </pc:spChg>
        <pc:spChg chg="add">
          <ac:chgData name="Nargiz Aghayeva" userId="54bf6c0e85a13f0b" providerId="LiveId" clId="{D84B1472-893E-4797-BFDB-F28B362688CB}" dt="2025-12-15T23:04:37.940" v="592" actId="26606"/>
          <ac:spMkLst>
            <pc:docMk/>
            <pc:sldMk cId="1536745004" sldId="275"/>
            <ac:spMk id="19" creationId="{EC117A05-2F4F-4370-A926-6191A5C3DCD1}"/>
          </ac:spMkLst>
        </pc:spChg>
        <pc:picChg chg="add mod">
          <ac:chgData name="Nargiz Aghayeva" userId="54bf6c0e85a13f0b" providerId="LiveId" clId="{D84B1472-893E-4797-BFDB-F28B362688CB}" dt="2025-12-15T23:04:37.940" v="592" actId="26606"/>
          <ac:picMkLst>
            <pc:docMk/>
            <pc:sldMk cId="1536745004" sldId="275"/>
            <ac:picMk id="3" creationId="{438EC7DC-F4F3-88AE-FF7E-3B8C83335C90}"/>
          </ac:picMkLst>
        </pc:picChg>
      </pc:sldChg>
      <pc:sldChg chg="addSp delSp modSp add mod ord">
        <pc:chgData name="Nargiz Aghayeva" userId="54bf6c0e85a13f0b" providerId="LiveId" clId="{D84B1472-893E-4797-BFDB-F28B362688CB}" dt="2025-12-15T23:03:33.073" v="589" actId="14100"/>
        <pc:sldMkLst>
          <pc:docMk/>
          <pc:sldMk cId="3593642769" sldId="276"/>
        </pc:sldMkLst>
        <pc:picChg chg="del">
          <ac:chgData name="Nargiz Aghayeva" userId="54bf6c0e85a13f0b" providerId="LiveId" clId="{D84B1472-893E-4797-BFDB-F28B362688CB}" dt="2025-12-15T23:01:01.093" v="583" actId="478"/>
          <ac:picMkLst>
            <pc:docMk/>
            <pc:sldMk cId="3593642769" sldId="276"/>
            <ac:picMk id="4" creationId="{3ACF1C6D-17EC-5F1B-9199-F697CB38A9A1}"/>
          </ac:picMkLst>
        </pc:picChg>
        <pc:picChg chg="add mod">
          <ac:chgData name="Nargiz Aghayeva" userId="54bf6c0e85a13f0b" providerId="LiveId" clId="{D84B1472-893E-4797-BFDB-F28B362688CB}" dt="2025-12-15T23:03:33.073" v="589" actId="14100"/>
          <ac:picMkLst>
            <pc:docMk/>
            <pc:sldMk cId="3593642769" sldId="276"/>
            <ac:picMk id="5" creationId="{2B8FA1EE-8947-5F75-5839-C6CC00099163}"/>
          </ac:picMkLst>
        </pc:pic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6" Type="http://schemas.openxmlformats.org/officeDocument/2006/relationships/image" Target="../media/image19.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s>
</file>

<file path=ppt/diagrams/_rels/data3.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sv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 Id="rId14" Type="http://schemas.openxmlformats.org/officeDocument/2006/relationships/image" Target="../media/image38.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6" Type="http://schemas.openxmlformats.org/officeDocument/2006/relationships/image" Target="../media/image19.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s>
</file>

<file path=ppt/diagrams/_rels/drawing3.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sv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 Id="rId1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02A413-318B-422B-A6C8-F4E7A1E8E47B}"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19D1F101-FC6B-406D-9AE2-BCB7EFAAE773}">
      <dgm:prSet/>
      <dgm:spPr/>
      <dgm:t>
        <a:bodyPr/>
        <a:lstStyle/>
        <a:p>
          <a:r>
            <a:rPr lang="en-US"/>
            <a:t>Problem Statement</a:t>
          </a:r>
        </a:p>
      </dgm:t>
    </dgm:pt>
    <dgm:pt modelId="{B03CCCD8-6B2F-4EB0-A3C1-AB7B2CFC9B4B}" type="parTrans" cxnId="{698BAFAC-439C-4F63-90B6-F4FE0636F63F}">
      <dgm:prSet/>
      <dgm:spPr/>
      <dgm:t>
        <a:bodyPr/>
        <a:lstStyle/>
        <a:p>
          <a:endParaRPr lang="en-US"/>
        </a:p>
      </dgm:t>
    </dgm:pt>
    <dgm:pt modelId="{BF94D9B7-DDC5-43B8-A738-571F92C5913C}" type="sibTrans" cxnId="{698BAFAC-439C-4F63-90B6-F4FE0636F63F}">
      <dgm:prSet/>
      <dgm:spPr/>
      <dgm:t>
        <a:bodyPr/>
        <a:lstStyle/>
        <a:p>
          <a:endParaRPr lang="en-US"/>
        </a:p>
      </dgm:t>
    </dgm:pt>
    <dgm:pt modelId="{CDC2642D-8E01-41E3-A7D0-8C89A2F97E35}">
      <dgm:prSet/>
      <dgm:spPr/>
      <dgm:t>
        <a:bodyPr/>
        <a:lstStyle/>
        <a:p>
          <a:r>
            <a:rPr lang="en-US"/>
            <a:t>Data</a:t>
          </a:r>
        </a:p>
      </dgm:t>
    </dgm:pt>
    <dgm:pt modelId="{EA95CAD0-387D-468D-82AB-86B1D2197025}" type="parTrans" cxnId="{16CA5B5F-BD71-457D-872E-CFE155FCAA28}">
      <dgm:prSet/>
      <dgm:spPr/>
      <dgm:t>
        <a:bodyPr/>
        <a:lstStyle/>
        <a:p>
          <a:endParaRPr lang="en-US"/>
        </a:p>
      </dgm:t>
    </dgm:pt>
    <dgm:pt modelId="{ABBA3C8D-2100-4F7C-AE2E-09B2677738BE}" type="sibTrans" cxnId="{16CA5B5F-BD71-457D-872E-CFE155FCAA28}">
      <dgm:prSet/>
      <dgm:spPr/>
      <dgm:t>
        <a:bodyPr/>
        <a:lstStyle/>
        <a:p>
          <a:endParaRPr lang="en-US"/>
        </a:p>
      </dgm:t>
    </dgm:pt>
    <dgm:pt modelId="{B488F3E7-F2AD-4AA8-B883-618FDB40BA19}">
      <dgm:prSet/>
      <dgm:spPr/>
      <dgm:t>
        <a:bodyPr/>
        <a:lstStyle/>
        <a:p>
          <a:r>
            <a:rPr lang="en-US"/>
            <a:t>Algorithm(s)</a:t>
          </a:r>
        </a:p>
      </dgm:t>
    </dgm:pt>
    <dgm:pt modelId="{EFF39777-D7D6-46B6-A57F-021880B155B0}" type="parTrans" cxnId="{F0D4A231-D1B6-4152-B9C6-FA3C88418E6D}">
      <dgm:prSet/>
      <dgm:spPr/>
      <dgm:t>
        <a:bodyPr/>
        <a:lstStyle/>
        <a:p>
          <a:endParaRPr lang="en-US"/>
        </a:p>
      </dgm:t>
    </dgm:pt>
    <dgm:pt modelId="{EBE82932-004A-4DA0-B4BB-1C3F9693EF62}" type="sibTrans" cxnId="{F0D4A231-D1B6-4152-B9C6-FA3C88418E6D}">
      <dgm:prSet/>
      <dgm:spPr/>
      <dgm:t>
        <a:bodyPr/>
        <a:lstStyle/>
        <a:p>
          <a:endParaRPr lang="en-US"/>
        </a:p>
      </dgm:t>
    </dgm:pt>
    <dgm:pt modelId="{0C8E2A9E-C4F7-4D56-A6A6-16C5D0D899BC}">
      <dgm:prSet/>
      <dgm:spPr/>
      <dgm:t>
        <a:bodyPr/>
        <a:lstStyle/>
        <a:p>
          <a:r>
            <a:rPr lang="en-US"/>
            <a:t>Results</a:t>
          </a:r>
        </a:p>
      </dgm:t>
    </dgm:pt>
    <dgm:pt modelId="{9D5AD84B-27AE-4800-8DB9-8335E90DA221}" type="parTrans" cxnId="{F32F01EC-1648-46BD-97A5-2369EAC76119}">
      <dgm:prSet/>
      <dgm:spPr/>
      <dgm:t>
        <a:bodyPr/>
        <a:lstStyle/>
        <a:p>
          <a:endParaRPr lang="en-US"/>
        </a:p>
      </dgm:t>
    </dgm:pt>
    <dgm:pt modelId="{6A290C6C-D65B-4500-A896-A416F2765E5C}" type="sibTrans" cxnId="{F32F01EC-1648-46BD-97A5-2369EAC76119}">
      <dgm:prSet/>
      <dgm:spPr/>
      <dgm:t>
        <a:bodyPr/>
        <a:lstStyle/>
        <a:p>
          <a:endParaRPr lang="en-US"/>
        </a:p>
      </dgm:t>
    </dgm:pt>
    <dgm:pt modelId="{EFF68EF9-9EC5-4064-9A41-B45C2A46DEEB}">
      <dgm:prSet/>
      <dgm:spPr/>
      <dgm:t>
        <a:bodyPr/>
        <a:lstStyle/>
        <a:p>
          <a:r>
            <a:rPr lang="en-US"/>
            <a:t>Considerations</a:t>
          </a:r>
        </a:p>
      </dgm:t>
    </dgm:pt>
    <dgm:pt modelId="{FA0C8722-F522-476D-8DDD-DA40860A21BA}" type="parTrans" cxnId="{D1606B4C-69BF-4DEF-9690-7FDF059571BA}">
      <dgm:prSet/>
      <dgm:spPr/>
      <dgm:t>
        <a:bodyPr/>
        <a:lstStyle/>
        <a:p>
          <a:endParaRPr lang="en-US"/>
        </a:p>
      </dgm:t>
    </dgm:pt>
    <dgm:pt modelId="{C93AF6C8-90CA-4A5F-B0FE-FA6FF1DC12C5}" type="sibTrans" cxnId="{D1606B4C-69BF-4DEF-9690-7FDF059571BA}">
      <dgm:prSet/>
      <dgm:spPr/>
      <dgm:t>
        <a:bodyPr/>
        <a:lstStyle/>
        <a:p>
          <a:endParaRPr lang="en-US"/>
        </a:p>
      </dgm:t>
    </dgm:pt>
    <dgm:pt modelId="{F6012DDA-FE9B-4788-A205-3E6D23B645C6}" type="pres">
      <dgm:prSet presAssocID="{5D02A413-318B-422B-A6C8-F4E7A1E8E47B}" presName="vert0" presStyleCnt="0">
        <dgm:presLayoutVars>
          <dgm:dir/>
          <dgm:animOne val="branch"/>
          <dgm:animLvl val="lvl"/>
        </dgm:presLayoutVars>
      </dgm:prSet>
      <dgm:spPr/>
    </dgm:pt>
    <dgm:pt modelId="{A433F0FD-C0ED-4FC3-B197-9DE85F06B4F8}" type="pres">
      <dgm:prSet presAssocID="{19D1F101-FC6B-406D-9AE2-BCB7EFAAE773}" presName="thickLine" presStyleLbl="alignNode1" presStyleIdx="0" presStyleCnt="5"/>
      <dgm:spPr/>
    </dgm:pt>
    <dgm:pt modelId="{D3698B42-4983-4B8E-A4E4-C656423A610C}" type="pres">
      <dgm:prSet presAssocID="{19D1F101-FC6B-406D-9AE2-BCB7EFAAE773}" presName="horz1" presStyleCnt="0"/>
      <dgm:spPr/>
    </dgm:pt>
    <dgm:pt modelId="{937368D6-E221-46BA-A4EC-B915553C7D0E}" type="pres">
      <dgm:prSet presAssocID="{19D1F101-FC6B-406D-9AE2-BCB7EFAAE773}" presName="tx1" presStyleLbl="revTx" presStyleIdx="0" presStyleCnt="5"/>
      <dgm:spPr/>
    </dgm:pt>
    <dgm:pt modelId="{674CD987-30C4-4D52-A2BD-A26D0795B72F}" type="pres">
      <dgm:prSet presAssocID="{19D1F101-FC6B-406D-9AE2-BCB7EFAAE773}" presName="vert1" presStyleCnt="0"/>
      <dgm:spPr/>
    </dgm:pt>
    <dgm:pt modelId="{3F2A02C4-30DF-4096-9198-96CACAFE790E}" type="pres">
      <dgm:prSet presAssocID="{CDC2642D-8E01-41E3-A7D0-8C89A2F97E35}" presName="thickLine" presStyleLbl="alignNode1" presStyleIdx="1" presStyleCnt="5"/>
      <dgm:spPr/>
    </dgm:pt>
    <dgm:pt modelId="{107C2898-1228-4978-85C0-75A1679D9CD6}" type="pres">
      <dgm:prSet presAssocID="{CDC2642D-8E01-41E3-A7D0-8C89A2F97E35}" presName="horz1" presStyleCnt="0"/>
      <dgm:spPr/>
    </dgm:pt>
    <dgm:pt modelId="{A7F648B1-5B0B-44BF-8667-EA32F211D141}" type="pres">
      <dgm:prSet presAssocID="{CDC2642D-8E01-41E3-A7D0-8C89A2F97E35}" presName="tx1" presStyleLbl="revTx" presStyleIdx="1" presStyleCnt="5"/>
      <dgm:spPr/>
    </dgm:pt>
    <dgm:pt modelId="{0FC0C5BE-A0BE-42AC-B76E-6F58725B0566}" type="pres">
      <dgm:prSet presAssocID="{CDC2642D-8E01-41E3-A7D0-8C89A2F97E35}" presName="vert1" presStyleCnt="0"/>
      <dgm:spPr/>
    </dgm:pt>
    <dgm:pt modelId="{B5AAC3BA-EDF5-472A-B093-0A67CA89A614}" type="pres">
      <dgm:prSet presAssocID="{B488F3E7-F2AD-4AA8-B883-618FDB40BA19}" presName="thickLine" presStyleLbl="alignNode1" presStyleIdx="2" presStyleCnt="5"/>
      <dgm:spPr/>
    </dgm:pt>
    <dgm:pt modelId="{10BB7744-DD79-4C46-B22F-F8DBE00810F4}" type="pres">
      <dgm:prSet presAssocID="{B488F3E7-F2AD-4AA8-B883-618FDB40BA19}" presName="horz1" presStyleCnt="0"/>
      <dgm:spPr/>
    </dgm:pt>
    <dgm:pt modelId="{1F5D573C-2970-4FE8-97AF-5BBBFCFF592B}" type="pres">
      <dgm:prSet presAssocID="{B488F3E7-F2AD-4AA8-B883-618FDB40BA19}" presName="tx1" presStyleLbl="revTx" presStyleIdx="2" presStyleCnt="5"/>
      <dgm:spPr/>
    </dgm:pt>
    <dgm:pt modelId="{5383790B-B454-4712-B5B7-823C049426B6}" type="pres">
      <dgm:prSet presAssocID="{B488F3E7-F2AD-4AA8-B883-618FDB40BA19}" presName="vert1" presStyleCnt="0"/>
      <dgm:spPr/>
    </dgm:pt>
    <dgm:pt modelId="{17F898C4-6671-4464-8BC0-31E9F4FECF86}" type="pres">
      <dgm:prSet presAssocID="{0C8E2A9E-C4F7-4D56-A6A6-16C5D0D899BC}" presName="thickLine" presStyleLbl="alignNode1" presStyleIdx="3" presStyleCnt="5"/>
      <dgm:spPr/>
    </dgm:pt>
    <dgm:pt modelId="{1E901975-FFD1-45B8-82B3-751F49A94650}" type="pres">
      <dgm:prSet presAssocID="{0C8E2A9E-C4F7-4D56-A6A6-16C5D0D899BC}" presName="horz1" presStyleCnt="0"/>
      <dgm:spPr/>
    </dgm:pt>
    <dgm:pt modelId="{F5F89D8F-A1AB-4FE5-89E1-75BA6DD54AF6}" type="pres">
      <dgm:prSet presAssocID="{0C8E2A9E-C4F7-4D56-A6A6-16C5D0D899BC}" presName="tx1" presStyleLbl="revTx" presStyleIdx="3" presStyleCnt="5"/>
      <dgm:spPr/>
    </dgm:pt>
    <dgm:pt modelId="{C7678EFA-124F-428C-882C-9D02C2DBAD7E}" type="pres">
      <dgm:prSet presAssocID="{0C8E2A9E-C4F7-4D56-A6A6-16C5D0D899BC}" presName="vert1" presStyleCnt="0"/>
      <dgm:spPr/>
    </dgm:pt>
    <dgm:pt modelId="{8F263841-869C-404A-B2D0-7798CE43C4A0}" type="pres">
      <dgm:prSet presAssocID="{EFF68EF9-9EC5-4064-9A41-B45C2A46DEEB}" presName="thickLine" presStyleLbl="alignNode1" presStyleIdx="4" presStyleCnt="5"/>
      <dgm:spPr/>
    </dgm:pt>
    <dgm:pt modelId="{620F4707-A96A-46D1-994F-CB3B3F6CBC6F}" type="pres">
      <dgm:prSet presAssocID="{EFF68EF9-9EC5-4064-9A41-B45C2A46DEEB}" presName="horz1" presStyleCnt="0"/>
      <dgm:spPr/>
    </dgm:pt>
    <dgm:pt modelId="{B8AF2A29-3F58-4F5A-A1C0-07C7635831C0}" type="pres">
      <dgm:prSet presAssocID="{EFF68EF9-9EC5-4064-9A41-B45C2A46DEEB}" presName="tx1" presStyleLbl="revTx" presStyleIdx="4" presStyleCnt="5"/>
      <dgm:spPr/>
    </dgm:pt>
    <dgm:pt modelId="{472823F8-BFC2-410E-A088-66BC96A0CBEB}" type="pres">
      <dgm:prSet presAssocID="{EFF68EF9-9EC5-4064-9A41-B45C2A46DEEB}" presName="vert1" presStyleCnt="0"/>
      <dgm:spPr/>
    </dgm:pt>
  </dgm:ptLst>
  <dgm:cxnLst>
    <dgm:cxn modelId="{59593807-03F4-44A7-94ED-B0250054F973}" type="presOf" srcId="{0C8E2A9E-C4F7-4D56-A6A6-16C5D0D899BC}" destId="{F5F89D8F-A1AB-4FE5-89E1-75BA6DD54AF6}" srcOrd="0" destOrd="0" presId="urn:microsoft.com/office/officeart/2008/layout/LinedList"/>
    <dgm:cxn modelId="{6BF08C1D-A771-4694-8745-99A611B3CF3B}" type="presOf" srcId="{B488F3E7-F2AD-4AA8-B883-618FDB40BA19}" destId="{1F5D573C-2970-4FE8-97AF-5BBBFCFF592B}" srcOrd="0" destOrd="0" presId="urn:microsoft.com/office/officeart/2008/layout/LinedList"/>
    <dgm:cxn modelId="{F0D4A231-D1B6-4152-B9C6-FA3C88418E6D}" srcId="{5D02A413-318B-422B-A6C8-F4E7A1E8E47B}" destId="{B488F3E7-F2AD-4AA8-B883-618FDB40BA19}" srcOrd="2" destOrd="0" parTransId="{EFF39777-D7D6-46B6-A57F-021880B155B0}" sibTransId="{EBE82932-004A-4DA0-B4BB-1C3F9693EF62}"/>
    <dgm:cxn modelId="{52F86833-D80E-4552-9919-E28D0E51B843}" type="presOf" srcId="{EFF68EF9-9EC5-4064-9A41-B45C2A46DEEB}" destId="{B8AF2A29-3F58-4F5A-A1C0-07C7635831C0}" srcOrd="0" destOrd="0" presId="urn:microsoft.com/office/officeart/2008/layout/LinedList"/>
    <dgm:cxn modelId="{16CA5B5F-BD71-457D-872E-CFE155FCAA28}" srcId="{5D02A413-318B-422B-A6C8-F4E7A1E8E47B}" destId="{CDC2642D-8E01-41E3-A7D0-8C89A2F97E35}" srcOrd="1" destOrd="0" parTransId="{EA95CAD0-387D-468D-82AB-86B1D2197025}" sibTransId="{ABBA3C8D-2100-4F7C-AE2E-09B2677738BE}"/>
    <dgm:cxn modelId="{F0047466-1AB2-4FBF-9DDE-07527E721D9A}" type="presOf" srcId="{5D02A413-318B-422B-A6C8-F4E7A1E8E47B}" destId="{F6012DDA-FE9B-4788-A205-3E6D23B645C6}" srcOrd="0" destOrd="0" presId="urn:microsoft.com/office/officeart/2008/layout/LinedList"/>
    <dgm:cxn modelId="{D1606B4C-69BF-4DEF-9690-7FDF059571BA}" srcId="{5D02A413-318B-422B-A6C8-F4E7A1E8E47B}" destId="{EFF68EF9-9EC5-4064-9A41-B45C2A46DEEB}" srcOrd="4" destOrd="0" parTransId="{FA0C8722-F522-476D-8DDD-DA40860A21BA}" sibTransId="{C93AF6C8-90CA-4A5F-B0FE-FA6FF1DC12C5}"/>
    <dgm:cxn modelId="{40B0A04C-AE73-4690-86E1-CEC00A99F21C}" type="presOf" srcId="{CDC2642D-8E01-41E3-A7D0-8C89A2F97E35}" destId="{A7F648B1-5B0B-44BF-8667-EA32F211D141}" srcOrd="0" destOrd="0" presId="urn:microsoft.com/office/officeart/2008/layout/LinedList"/>
    <dgm:cxn modelId="{69FCBC52-9F09-40E0-A5B7-3E3566F7609D}" type="presOf" srcId="{19D1F101-FC6B-406D-9AE2-BCB7EFAAE773}" destId="{937368D6-E221-46BA-A4EC-B915553C7D0E}" srcOrd="0" destOrd="0" presId="urn:microsoft.com/office/officeart/2008/layout/LinedList"/>
    <dgm:cxn modelId="{698BAFAC-439C-4F63-90B6-F4FE0636F63F}" srcId="{5D02A413-318B-422B-A6C8-F4E7A1E8E47B}" destId="{19D1F101-FC6B-406D-9AE2-BCB7EFAAE773}" srcOrd="0" destOrd="0" parTransId="{B03CCCD8-6B2F-4EB0-A3C1-AB7B2CFC9B4B}" sibTransId="{BF94D9B7-DDC5-43B8-A738-571F92C5913C}"/>
    <dgm:cxn modelId="{F32F01EC-1648-46BD-97A5-2369EAC76119}" srcId="{5D02A413-318B-422B-A6C8-F4E7A1E8E47B}" destId="{0C8E2A9E-C4F7-4D56-A6A6-16C5D0D899BC}" srcOrd="3" destOrd="0" parTransId="{9D5AD84B-27AE-4800-8DB9-8335E90DA221}" sibTransId="{6A290C6C-D65B-4500-A896-A416F2765E5C}"/>
    <dgm:cxn modelId="{CFC73B42-ABBC-4A9E-BAFA-28D75A230B1B}" type="presParOf" srcId="{F6012DDA-FE9B-4788-A205-3E6D23B645C6}" destId="{A433F0FD-C0ED-4FC3-B197-9DE85F06B4F8}" srcOrd="0" destOrd="0" presId="urn:microsoft.com/office/officeart/2008/layout/LinedList"/>
    <dgm:cxn modelId="{CD4C1605-8EB5-4908-8CCF-BDE8362D9211}" type="presParOf" srcId="{F6012DDA-FE9B-4788-A205-3E6D23B645C6}" destId="{D3698B42-4983-4B8E-A4E4-C656423A610C}" srcOrd="1" destOrd="0" presId="urn:microsoft.com/office/officeart/2008/layout/LinedList"/>
    <dgm:cxn modelId="{FCCD8F68-5A54-49ED-BFF0-DFA1EB5C535A}" type="presParOf" srcId="{D3698B42-4983-4B8E-A4E4-C656423A610C}" destId="{937368D6-E221-46BA-A4EC-B915553C7D0E}" srcOrd="0" destOrd="0" presId="urn:microsoft.com/office/officeart/2008/layout/LinedList"/>
    <dgm:cxn modelId="{1FBE0172-D82A-4304-8F49-D65FDDC940F5}" type="presParOf" srcId="{D3698B42-4983-4B8E-A4E4-C656423A610C}" destId="{674CD987-30C4-4D52-A2BD-A26D0795B72F}" srcOrd="1" destOrd="0" presId="urn:microsoft.com/office/officeart/2008/layout/LinedList"/>
    <dgm:cxn modelId="{38135509-DD31-49F8-9A32-FCF9F43957AE}" type="presParOf" srcId="{F6012DDA-FE9B-4788-A205-3E6D23B645C6}" destId="{3F2A02C4-30DF-4096-9198-96CACAFE790E}" srcOrd="2" destOrd="0" presId="urn:microsoft.com/office/officeart/2008/layout/LinedList"/>
    <dgm:cxn modelId="{1D1B4D43-4426-4A2B-86F8-2918BBC2C1AF}" type="presParOf" srcId="{F6012DDA-FE9B-4788-A205-3E6D23B645C6}" destId="{107C2898-1228-4978-85C0-75A1679D9CD6}" srcOrd="3" destOrd="0" presId="urn:microsoft.com/office/officeart/2008/layout/LinedList"/>
    <dgm:cxn modelId="{003BD9E5-CF90-471C-A503-62A98A57AE30}" type="presParOf" srcId="{107C2898-1228-4978-85C0-75A1679D9CD6}" destId="{A7F648B1-5B0B-44BF-8667-EA32F211D141}" srcOrd="0" destOrd="0" presId="urn:microsoft.com/office/officeart/2008/layout/LinedList"/>
    <dgm:cxn modelId="{35D5D3BC-3130-4D8B-A9FB-D4D8C363210B}" type="presParOf" srcId="{107C2898-1228-4978-85C0-75A1679D9CD6}" destId="{0FC0C5BE-A0BE-42AC-B76E-6F58725B0566}" srcOrd="1" destOrd="0" presId="urn:microsoft.com/office/officeart/2008/layout/LinedList"/>
    <dgm:cxn modelId="{6A0FF68E-D31E-4810-A16D-D12BA3B63308}" type="presParOf" srcId="{F6012DDA-FE9B-4788-A205-3E6D23B645C6}" destId="{B5AAC3BA-EDF5-472A-B093-0A67CA89A614}" srcOrd="4" destOrd="0" presId="urn:microsoft.com/office/officeart/2008/layout/LinedList"/>
    <dgm:cxn modelId="{A14600ED-E0D5-474F-9CD9-2BCCE3912E02}" type="presParOf" srcId="{F6012DDA-FE9B-4788-A205-3E6D23B645C6}" destId="{10BB7744-DD79-4C46-B22F-F8DBE00810F4}" srcOrd="5" destOrd="0" presId="urn:microsoft.com/office/officeart/2008/layout/LinedList"/>
    <dgm:cxn modelId="{4CA8A0CC-77AB-4CCA-8FDA-2D3AF32ABD62}" type="presParOf" srcId="{10BB7744-DD79-4C46-B22F-F8DBE00810F4}" destId="{1F5D573C-2970-4FE8-97AF-5BBBFCFF592B}" srcOrd="0" destOrd="0" presId="urn:microsoft.com/office/officeart/2008/layout/LinedList"/>
    <dgm:cxn modelId="{40B69D73-A1BA-4DDD-941A-4C77C17E1398}" type="presParOf" srcId="{10BB7744-DD79-4C46-B22F-F8DBE00810F4}" destId="{5383790B-B454-4712-B5B7-823C049426B6}" srcOrd="1" destOrd="0" presId="urn:microsoft.com/office/officeart/2008/layout/LinedList"/>
    <dgm:cxn modelId="{8BD9FD8C-B10F-4035-9562-5FB10A827BFB}" type="presParOf" srcId="{F6012DDA-FE9B-4788-A205-3E6D23B645C6}" destId="{17F898C4-6671-4464-8BC0-31E9F4FECF86}" srcOrd="6" destOrd="0" presId="urn:microsoft.com/office/officeart/2008/layout/LinedList"/>
    <dgm:cxn modelId="{9783C27A-8E48-4874-B39E-D413CC94F59E}" type="presParOf" srcId="{F6012DDA-FE9B-4788-A205-3E6D23B645C6}" destId="{1E901975-FFD1-45B8-82B3-751F49A94650}" srcOrd="7" destOrd="0" presId="urn:microsoft.com/office/officeart/2008/layout/LinedList"/>
    <dgm:cxn modelId="{3FD9E7C2-D744-4D23-8636-E2C03F99CC9F}" type="presParOf" srcId="{1E901975-FFD1-45B8-82B3-751F49A94650}" destId="{F5F89D8F-A1AB-4FE5-89E1-75BA6DD54AF6}" srcOrd="0" destOrd="0" presId="urn:microsoft.com/office/officeart/2008/layout/LinedList"/>
    <dgm:cxn modelId="{4F13DAA4-9FAD-4266-B95D-ECB642CA0893}" type="presParOf" srcId="{1E901975-FFD1-45B8-82B3-751F49A94650}" destId="{C7678EFA-124F-428C-882C-9D02C2DBAD7E}" srcOrd="1" destOrd="0" presId="urn:microsoft.com/office/officeart/2008/layout/LinedList"/>
    <dgm:cxn modelId="{A21C85E6-B2AE-4400-BDB6-0F2843CCED82}" type="presParOf" srcId="{F6012DDA-FE9B-4788-A205-3E6D23B645C6}" destId="{8F263841-869C-404A-B2D0-7798CE43C4A0}" srcOrd="8" destOrd="0" presId="urn:microsoft.com/office/officeart/2008/layout/LinedList"/>
    <dgm:cxn modelId="{668460A0-06D9-4868-B5C0-CE28E11DBE67}" type="presParOf" srcId="{F6012DDA-FE9B-4788-A205-3E6D23B645C6}" destId="{620F4707-A96A-46D1-994F-CB3B3F6CBC6F}" srcOrd="9" destOrd="0" presId="urn:microsoft.com/office/officeart/2008/layout/LinedList"/>
    <dgm:cxn modelId="{8BA5821E-3C1D-471B-8439-2F0200CA5026}" type="presParOf" srcId="{620F4707-A96A-46D1-994F-CB3B3F6CBC6F}" destId="{B8AF2A29-3F58-4F5A-A1C0-07C7635831C0}" srcOrd="0" destOrd="0" presId="urn:microsoft.com/office/officeart/2008/layout/LinedList"/>
    <dgm:cxn modelId="{AA228B7A-C5E9-4C9C-AD71-DB6861027405}" type="presParOf" srcId="{620F4707-A96A-46D1-994F-CB3B3F6CBC6F}" destId="{472823F8-BFC2-410E-A088-66BC96A0CBE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9705177-4544-4A57-9D9D-7152DC8F02E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AE77F28-2B00-4AAC-8B52-8AB23E8B2770}">
      <dgm:prSet/>
      <dgm:spPr/>
      <dgm:t>
        <a:bodyPr/>
        <a:lstStyle/>
        <a:p>
          <a:pPr>
            <a:lnSpc>
              <a:spcPct val="100000"/>
            </a:lnSpc>
          </a:pPr>
          <a:r>
            <a:rPr lang="en-US" dirty="0"/>
            <a:t>Datasets Used:</a:t>
          </a:r>
        </a:p>
      </dgm:t>
    </dgm:pt>
    <dgm:pt modelId="{9CFB2E7A-4935-4BE6-B096-5CB443FC4F41}" type="parTrans" cxnId="{B969EB1B-55DD-4D74-AA0A-B43310927A3C}">
      <dgm:prSet/>
      <dgm:spPr/>
      <dgm:t>
        <a:bodyPr/>
        <a:lstStyle/>
        <a:p>
          <a:endParaRPr lang="en-US"/>
        </a:p>
      </dgm:t>
    </dgm:pt>
    <dgm:pt modelId="{63003C63-E817-4CAD-B6F1-CA5463D11B18}" type="sibTrans" cxnId="{B969EB1B-55DD-4D74-AA0A-B43310927A3C}">
      <dgm:prSet/>
      <dgm:spPr/>
      <dgm:t>
        <a:bodyPr/>
        <a:lstStyle/>
        <a:p>
          <a:endParaRPr lang="en-US"/>
        </a:p>
      </dgm:t>
    </dgm:pt>
    <dgm:pt modelId="{E4ED3143-AA97-4D0F-A0BB-97CBB5E52C05}">
      <dgm:prSet/>
      <dgm:spPr/>
      <dgm:t>
        <a:bodyPr/>
        <a:lstStyle/>
        <a:p>
          <a:pPr>
            <a:lnSpc>
              <a:spcPct val="100000"/>
            </a:lnSpc>
          </a:pPr>
          <a:r>
            <a:rPr lang="en-US"/>
            <a:t>Courses: course ID, course name, section ID, number of students</a:t>
          </a:r>
        </a:p>
      </dgm:t>
    </dgm:pt>
    <dgm:pt modelId="{F1BB4625-248C-4610-A14B-22ADC8994F50}" type="parTrans" cxnId="{0ADC9529-BBD4-4B55-BB07-C07D23F0D394}">
      <dgm:prSet/>
      <dgm:spPr/>
      <dgm:t>
        <a:bodyPr/>
        <a:lstStyle/>
        <a:p>
          <a:endParaRPr lang="en-US"/>
        </a:p>
      </dgm:t>
    </dgm:pt>
    <dgm:pt modelId="{54893CFF-9447-4F9C-BA8E-4F9CEEFA6142}" type="sibTrans" cxnId="{0ADC9529-BBD4-4B55-BB07-C07D23F0D394}">
      <dgm:prSet/>
      <dgm:spPr/>
      <dgm:t>
        <a:bodyPr/>
        <a:lstStyle/>
        <a:p>
          <a:endParaRPr lang="en-US"/>
        </a:p>
      </dgm:t>
    </dgm:pt>
    <dgm:pt modelId="{9E6C2153-00D7-4040-8E72-73B873BD8867}">
      <dgm:prSet/>
      <dgm:spPr/>
      <dgm:t>
        <a:bodyPr/>
        <a:lstStyle/>
        <a:p>
          <a:pPr>
            <a:lnSpc>
              <a:spcPct val="100000"/>
            </a:lnSpc>
          </a:pPr>
          <a:r>
            <a:rPr lang="en-US" dirty="0"/>
            <a:t>Instructor–Courses: instructor ID, instructor name, assigned courses</a:t>
          </a:r>
        </a:p>
      </dgm:t>
    </dgm:pt>
    <dgm:pt modelId="{7A66FDA9-B1DF-4D49-979A-A25DBBCBD697}" type="parTrans" cxnId="{FE1EC148-D4DB-491D-BA7F-995DC2EB4B8A}">
      <dgm:prSet/>
      <dgm:spPr/>
      <dgm:t>
        <a:bodyPr/>
        <a:lstStyle/>
        <a:p>
          <a:endParaRPr lang="en-US"/>
        </a:p>
      </dgm:t>
    </dgm:pt>
    <dgm:pt modelId="{FFFA1268-76CD-4AFD-AAB1-B7F853EFAFA4}" type="sibTrans" cxnId="{FE1EC148-D4DB-491D-BA7F-995DC2EB4B8A}">
      <dgm:prSet/>
      <dgm:spPr/>
      <dgm:t>
        <a:bodyPr/>
        <a:lstStyle/>
        <a:p>
          <a:endParaRPr lang="en-US"/>
        </a:p>
      </dgm:t>
    </dgm:pt>
    <dgm:pt modelId="{C8768627-CF73-4FA1-875B-9DDCBB7D0104}">
      <dgm:prSet/>
      <dgm:spPr/>
      <dgm:t>
        <a:bodyPr/>
        <a:lstStyle/>
        <a:p>
          <a:pPr>
            <a:lnSpc>
              <a:spcPct val="100000"/>
            </a:lnSpc>
          </a:pPr>
          <a:r>
            <a:rPr lang="en-US"/>
            <a:t>Hard Constraints: instructor unavailability (day, start time, end time)</a:t>
          </a:r>
        </a:p>
      </dgm:t>
    </dgm:pt>
    <dgm:pt modelId="{C2EA0271-061E-48BC-A9BF-DF7DDB028C2D}" type="parTrans" cxnId="{1C234389-7D04-4929-8D34-B8EBCC2E9033}">
      <dgm:prSet/>
      <dgm:spPr/>
      <dgm:t>
        <a:bodyPr/>
        <a:lstStyle/>
        <a:p>
          <a:endParaRPr lang="en-US"/>
        </a:p>
      </dgm:t>
    </dgm:pt>
    <dgm:pt modelId="{13747084-37DB-49C9-BE70-953799F43F3A}" type="sibTrans" cxnId="{1C234389-7D04-4929-8D34-B8EBCC2E9033}">
      <dgm:prSet/>
      <dgm:spPr/>
      <dgm:t>
        <a:bodyPr/>
        <a:lstStyle/>
        <a:p>
          <a:endParaRPr lang="en-US"/>
        </a:p>
      </dgm:t>
    </dgm:pt>
    <dgm:pt modelId="{8D53D0BB-CC44-4DCB-AB36-513A734EB701}">
      <dgm:prSet/>
      <dgm:spPr/>
      <dgm:t>
        <a:bodyPr/>
        <a:lstStyle/>
        <a:p>
          <a:pPr>
            <a:lnSpc>
              <a:spcPct val="100000"/>
            </a:lnSpc>
          </a:pPr>
          <a:r>
            <a:rPr lang="en-US"/>
            <a:t>Rooms: room ID and seating capacity</a:t>
          </a:r>
        </a:p>
      </dgm:t>
    </dgm:pt>
    <dgm:pt modelId="{A69F1160-6E1B-415D-A42F-B64587A46A45}" type="parTrans" cxnId="{537D9993-FF8C-4018-B4A4-78E5E60ED23F}">
      <dgm:prSet/>
      <dgm:spPr/>
      <dgm:t>
        <a:bodyPr/>
        <a:lstStyle/>
        <a:p>
          <a:endParaRPr lang="en-US"/>
        </a:p>
      </dgm:t>
    </dgm:pt>
    <dgm:pt modelId="{FD7D3BCB-5F2B-4950-B997-F730050D2C6A}" type="sibTrans" cxnId="{537D9993-FF8C-4018-B4A4-78E5E60ED23F}">
      <dgm:prSet/>
      <dgm:spPr/>
      <dgm:t>
        <a:bodyPr/>
        <a:lstStyle/>
        <a:p>
          <a:endParaRPr lang="en-US"/>
        </a:p>
      </dgm:t>
    </dgm:pt>
    <dgm:pt modelId="{000DE41C-3FC9-438D-A9C8-DBD724861959}">
      <dgm:prSet/>
      <dgm:spPr/>
      <dgm:t>
        <a:bodyPr/>
        <a:lstStyle/>
        <a:p>
          <a:pPr>
            <a:lnSpc>
              <a:spcPct val="100000"/>
            </a:lnSpc>
          </a:pPr>
          <a:r>
            <a:rPr lang="en-US" dirty="0"/>
            <a:t>Constraint Representation:</a:t>
          </a:r>
        </a:p>
      </dgm:t>
    </dgm:pt>
    <dgm:pt modelId="{F3D07386-5413-4BA4-B7F0-DE7E8246F775}" type="parTrans" cxnId="{8A5E8EA3-2865-46E5-A746-C1587A28E1E2}">
      <dgm:prSet/>
      <dgm:spPr/>
      <dgm:t>
        <a:bodyPr/>
        <a:lstStyle/>
        <a:p>
          <a:endParaRPr lang="en-US"/>
        </a:p>
      </dgm:t>
    </dgm:pt>
    <dgm:pt modelId="{A03A28AF-CC16-4D2F-8B14-FFBA66A6A8A9}" type="sibTrans" cxnId="{8A5E8EA3-2865-46E5-A746-C1587A28E1E2}">
      <dgm:prSet/>
      <dgm:spPr/>
      <dgm:t>
        <a:bodyPr/>
        <a:lstStyle/>
        <a:p>
          <a:endParaRPr lang="en-US"/>
        </a:p>
      </dgm:t>
    </dgm:pt>
    <dgm:pt modelId="{32DA141B-CC73-42C4-8801-000E7954C417}">
      <dgm:prSet/>
      <dgm:spPr/>
      <dgm:t>
        <a:bodyPr/>
        <a:lstStyle/>
        <a:p>
          <a:pPr>
            <a:lnSpc>
              <a:spcPct val="100000"/>
            </a:lnSpc>
          </a:pPr>
          <a:r>
            <a:rPr lang="en-US"/>
            <a:t>Hard: no overlap, instructor availability, room capacity</a:t>
          </a:r>
        </a:p>
      </dgm:t>
    </dgm:pt>
    <dgm:pt modelId="{3A99C614-05FF-4550-B3C5-9F9C242D940C}" type="parTrans" cxnId="{162F75AB-4CAA-49EB-8588-8093DBE8E563}">
      <dgm:prSet/>
      <dgm:spPr/>
      <dgm:t>
        <a:bodyPr/>
        <a:lstStyle/>
        <a:p>
          <a:endParaRPr lang="en-US"/>
        </a:p>
      </dgm:t>
    </dgm:pt>
    <dgm:pt modelId="{3033F0FA-D5D0-4F22-B52C-E3919EA92D68}" type="sibTrans" cxnId="{162F75AB-4CAA-49EB-8588-8093DBE8E563}">
      <dgm:prSet/>
      <dgm:spPr/>
      <dgm:t>
        <a:bodyPr/>
        <a:lstStyle/>
        <a:p>
          <a:endParaRPr lang="en-US"/>
        </a:p>
      </dgm:t>
    </dgm:pt>
    <dgm:pt modelId="{36173370-9C8C-4098-B5A4-2C7B8F935D5D}">
      <dgm:prSet/>
      <dgm:spPr/>
      <dgm:t>
        <a:bodyPr/>
        <a:lstStyle/>
        <a:p>
          <a:pPr>
            <a:lnSpc>
              <a:spcPct val="100000"/>
            </a:lnSpc>
          </a:pPr>
          <a:r>
            <a:rPr lang="en-US"/>
            <a:t>Soft: preferred time slots with penalty weights</a:t>
          </a:r>
        </a:p>
      </dgm:t>
    </dgm:pt>
    <dgm:pt modelId="{46880648-FCD3-4F1A-838E-7B04069C1C80}" type="parTrans" cxnId="{4C5C3680-518D-430A-B296-396FDCCC07FE}">
      <dgm:prSet/>
      <dgm:spPr/>
      <dgm:t>
        <a:bodyPr/>
        <a:lstStyle/>
        <a:p>
          <a:endParaRPr lang="en-US"/>
        </a:p>
      </dgm:t>
    </dgm:pt>
    <dgm:pt modelId="{9FBAABA7-03E3-4B52-9FF2-2C7B8D68470C}" type="sibTrans" cxnId="{4C5C3680-518D-430A-B296-396FDCCC07FE}">
      <dgm:prSet/>
      <dgm:spPr/>
      <dgm:t>
        <a:bodyPr/>
        <a:lstStyle/>
        <a:p>
          <a:endParaRPr lang="en-US"/>
        </a:p>
      </dgm:t>
    </dgm:pt>
    <dgm:pt modelId="{EEF8B704-BC7F-427E-9565-428856B3FCF9}" type="pres">
      <dgm:prSet presAssocID="{39705177-4544-4A57-9D9D-7152DC8F02E9}" presName="root" presStyleCnt="0">
        <dgm:presLayoutVars>
          <dgm:dir/>
          <dgm:resizeHandles val="exact"/>
        </dgm:presLayoutVars>
      </dgm:prSet>
      <dgm:spPr/>
    </dgm:pt>
    <dgm:pt modelId="{6C9C178A-F5B8-4456-B943-69E8B43B77C4}" type="pres">
      <dgm:prSet presAssocID="{7AE77F28-2B00-4AAC-8B52-8AB23E8B2770}" presName="compNode" presStyleCnt="0"/>
      <dgm:spPr/>
    </dgm:pt>
    <dgm:pt modelId="{D867C2A1-34FD-4EB0-9DFA-87CFBB25A65D}" type="pres">
      <dgm:prSet presAssocID="{7AE77F28-2B00-4AAC-8B52-8AB23E8B2770}" presName="bgRect" presStyleLbl="bgShp" presStyleIdx="0" presStyleCnt="8"/>
      <dgm:spPr/>
    </dgm:pt>
    <dgm:pt modelId="{EF305A00-F984-42B5-BC43-9BB1F75A5FE3}" type="pres">
      <dgm:prSet presAssocID="{7AE77F28-2B00-4AAC-8B52-8AB23E8B2770}"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C4C2E8E8-4476-4301-B99E-4FF0B4E0B261}" type="pres">
      <dgm:prSet presAssocID="{7AE77F28-2B00-4AAC-8B52-8AB23E8B2770}" presName="spaceRect" presStyleCnt="0"/>
      <dgm:spPr/>
    </dgm:pt>
    <dgm:pt modelId="{FD613E73-5250-4A3A-B6BC-86A5C7B478BA}" type="pres">
      <dgm:prSet presAssocID="{7AE77F28-2B00-4AAC-8B52-8AB23E8B2770}" presName="parTx" presStyleLbl="revTx" presStyleIdx="0" presStyleCnt="8">
        <dgm:presLayoutVars>
          <dgm:chMax val="0"/>
          <dgm:chPref val="0"/>
        </dgm:presLayoutVars>
      </dgm:prSet>
      <dgm:spPr/>
    </dgm:pt>
    <dgm:pt modelId="{26621C47-9BCA-467D-8270-041FAB7516A8}" type="pres">
      <dgm:prSet presAssocID="{63003C63-E817-4CAD-B6F1-CA5463D11B18}" presName="sibTrans" presStyleCnt="0"/>
      <dgm:spPr/>
    </dgm:pt>
    <dgm:pt modelId="{FEE8763E-0A11-4BA7-9D2D-105D5C1B8EEA}" type="pres">
      <dgm:prSet presAssocID="{E4ED3143-AA97-4D0F-A0BB-97CBB5E52C05}" presName="compNode" presStyleCnt="0"/>
      <dgm:spPr/>
    </dgm:pt>
    <dgm:pt modelId="{6B080554-AC55-4793-90E8-3C5D1533D71A}" type="pres">
      <dgm:prSet presAssocID="{E4ED3143-AA97-4D0F-A0BB-97CBB5E52C05}" presName="bgRect" presStyleLbl="bgShp" presStyleIdx="1" presStyleCnt="8"/>
      <dgm:spPr/>
    </dgm:pt>
    <dgm:pt modelId="{76D3E057-F54C-494B-BFEF-6316FD38816B}" type="pres">
      <dgm:prSet presAssocID="{E4ED3143-AA97-4D0F-A0BB-97CBB5E52C05}"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mployee Badge"/>
        </a:ext>
      </dgm:extLst>
    </dgm:pt>
    <dgm:pt modelId="{48169171-BA91-41DF-A6E1-AB8223487732}" type="pres">
      <dgm:prSet presAssocID="{E4ED3143-AA97-4D0F-A0BB-97CBB5E52C05}" presName="spaceRect" presStyleCnt="0"/>
      <dgm:spPr/>
    </dgm:pt>
    <dgm:pt modelId="{D07113B8-9B21-403F-B59C-441711A34C74}" type="pres">
      <dgm:prSet presAssocID="{E4ED3143-AA97-4D0F-A0BB-97CBB5E52C05}" presName="parTx" presStyleLbl="revTx" presStyleIdx="1" presStyleCnt="8">
        <dgm:presLayoutVars>
          <dgm:chMax val="0"/>
          <dgm:chPref val="0"/>
        </dgm:presLayoutVars>
      </dgm:prSet>
      <dgm:spPr/>
    </dgm:pt>
    <dgm:pt modelId="{BB96C61B-D5A2-437A-A264-640EA1726C4D}" type="pres">
      <dgm:prSet presAssocID="{54893CFF-9447-4F9C-BA8E-4F9CEEFA6142}" presName="sibTrans" presStyleCnt="0"/>
      <dgm:spPr/>
    </dgm:pt>
    <dgm:pt modelId="{21EDDDA3-A922-4D6D-B648-BDBA4FC539D8}" type="pres">
      <dgm:prSet presAssocID="{9E6C2153-00D7-4040-8E72-73B873BD8867}" presName="compNode" presStyleCnt="0"/>
      <dgm:spPr/>
    </dgm:pt>
    <dgm:pt modelId="{BF81317D-95DE-4A2B-A2D3-46CEAE2AD6C2}" type="pres">
      <dgm:prSet presAssocID="{9E6C2153-00D7-4040-8E72-73B873BD8867}" presName="bgRect" presStyleLbl="bgShp" presStyleIdx="2" presStyleCnt="8"/>
      <dgm:spPr/>
    </dgm:pt>
    <dgm:pt modelId="{CE7A3372-74DD-450D-82C8-304319861C25}" type="pres">
      <dgm:prSet presAssocID="{9E6C2153-00D7-4040-8E72-73B873BD8867}"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ploma Roll"/>
        </a:ext>
      </dgm:extLst>
    </dgm:pt>
    <dgm:pt modelId="{504D6B90-EACB-4B45-BB96-40DA5BB16ED3}" type="pres">
      <dgm:prSet presAssocID="{9E6C2153-00D7-4040-8E72-73B873BD8867}" presName="spaceRect" presStyleCnt="0"/>
      <dgm:spPr/>
    </dgm:pt>
    <dgm:pt modelId="{60F76E8F-1B6B-4F45-8B8C-22F5EB717D93}" type="pres">
      <dgm:prSet presAssocID="{9E6C2153-00D7-4040-8E72-73B873BD8867}" presName="parTx" presStyleLbl="revTx" presStyleIdx="2" presStyleCnt="8">
        <dgm:presLayoutVars>
          <dgm:chMax val="0"/>
          <dgm:chPref val="0"/>
        </dgm:presLayoutVars>
      </dgm:prSet>
      <dgm:spPr/>
    </dgm:pt>
    <dgm:pt modelId="{6CD0ED81-3F5C-42D8-AE39-A158CEFA833E}" type="pres">
      <dgm:prSet presAssocID="{FFFA1268-76CD-4AFD-AAB1-B7F853EFAFA4}" presName="sibTrans" presStyleCnt="0"/>
      <dgm:spPr/>
    </dgm:pt>
    <dgm:pt modelId="{6114C856-CF23-41EF-89C9-056ECEB69CC1}" type="pres">
      <dgm:prSet presAssocID="{C8768627-CF73-4FA1-875B-9DDCBB7D0104}" presName="compNode" presStyleCnt="0"/>
      <dgm:spPr/>
    </dgm:pt>
    <dgm:pt modelId="{63DF9B78-7FA7-434E-86A3-8527B2284385}" type="pres">
      <dgm:prSet presAssocID="{C8768627-CF73-4FA1-875B-9DDCBB7D0104}" presName="bgRect" presStyleLbl="bgShp" presStyleIdx="3" presStyleCnt="8"/>
      <dgm:spPr/>
    </dgm:pt>
    <dgm:pt modelId="{580AB0F8-7897-4E48-AE1D-C80BD97F0936}" type="pres">
      <dgm:prSet presAssocID="{C8768627-CF73-4FA1-875B-9DDCBB7D0104}"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Judge"/>
        </a:ext>
      </dgm:extLst>
    </dgm:pt>
    <dgm:pt modelId="{EC6C3E37-6E3A-4841-95B6-DC569111D8DA}" type="pres">
      <dgm:prSet presAssocID="{C8768627-CF73-4FA1-875B-9DDCBB7D0104}" presName="spaceRect" presStyleCnt="0"/>
      <dgm:spPr/>
    </dgm:pt>
    <dgm:pt modelId="{E319FBDF-BD87-425D-AD3E-EBCEB45E036D}" type="pres">
      <dgm:prSet presAssocID="{C8768627-CF73-4FA1-875B-9DDCBB7D0104}" presName="parTx" presStyleLbl="revTx" presStyleIdx="3" presStyleCnt="8">
        <dgm:presLayoutVars>
          <dgm:chMax val="0"/>
          <dgm:chPref val="0"/>
        </dgm:presLayoutVars>
      </dgm:prSet>
      <dgm:spPr/>
    </dgm:pt>
    <dgm:pt modelId="{E3631243-2A5D-4ED1-A7E5-2EC36481B67C}" type="pres">
      <dgm:prSet presAssocID="{13747084-37DB-49C9-BE70-953799F43F3A}" presName="sibTrans" presStyleCnt="0"/>
      <dgm:spPr/>
    </dgm:pt>
    <dgm:pt modelId="{3EBE1992-B0DA-4026-B998-D3172305BE3A}" type="pres">
      <dgm:prSet presAssocID="{8D53D0BB-CC44-4DCB-AB36-513A734EB701}" presName="compNode" presStyleCnt="0"/>
      <dgm:spPr/>
    </dgm:pt>
    <dgm:pt modelId="{8C47EE2E-E41C-4BD2-9B99-C2CE8157EBB0}" type="pres">
      <dgm:prSet presAssocID="{8D53D0BB-CC44-4DCB-AB36-513A734EB701}" presName="bgRect" presStyleLbl="bgShp" presStyleIdx="4" presStyleCnt="8"/>
      <dgm:spPr/>
    </dgm:pt>
    <dgm:pt modelId="{FDA14457-76A2-4BBA-8165-5D5067637CE9}" type="pres">
      <dgm:prSet presAssocID="{8D53D0BB-CC44-4DCB-AB36-513A734EB701}"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ouch"/>
        </a:ext>
      </dgm:extLst>
    </dgm:pt>
    <dgm:pt modelId="{2B91201F-ADD7-41A6-A04C-44B9B3A9D8BF}" type="pres">
      <dgm:prSet presAssocID="{8D53D0BB-CC44-4DCB-AB36-513A734EB701}" presName="spaceRect" presStyleCnt="0"/>
      <dgm:spPr/>
    </dgm:pt>
    <dgm:pt modelId="{057695FC-EE87-4CD7-965F-70E5972E342C}" type="pres">
      <dgm:prSet presAssocID="{8D53D0BB-CC44-4DCB-AB36-513A734EB701}" presName="parTx" presStyleLbl="revTx" presStyleIdx="4" presStyleCnt="8">
        <dgm:presLayoutVars>
          <dgm:chMax val="0"/>
          <dgm:chPref val="0"/>
        </dgm:presLayoutVars>
      </dgm:prSet>
      <dgm:spPr/>
    </dgm:pt>
    <dgm:pt modelId="{1B7F0EC3-F0E5-4E86-A46F-C9ED1956C895}" type="pres">
      <dgm:prSet presAssocID="{FD7D3BCB-5F2B-4950-B997-F730050D2C6A}" presName="sibTrans" presStyleCnt="0"/>
      <dgm:spPr/>
    </dgm:pt>
    <dgm:pt modelId="{C7361829-0716-48E4-A498-D689116CD57B}" type="pres">
      <dgm:prSet presAssocID="{000DE41C-3FC9-438D-A9C8-DBD724861959}" presName="compNode" presStyleCnt="0"/>
      <dgm:spPr/>
    </dgm:pt>
    <dgm:pt modelId="{11B97111-E9B0-40F5-BDD0-606183D03240}" type="pres">
      <dgm:prSet presAssocID="{000DE41C-3FC9-438D-A9C8-DBD724861959}" presName="bgRect" presStyleLbl="bgShp" presStyleIdx="5" presStyleCnt="8"/>
      <dgm:spPr/>
    </dgm:pt>
    <dgm:pt modelId="{B7AB4ECC-E42A-456C-AD1D-3848F80DF704}" type="pres">
      <dgm:prSet presAssocID="{000DE41C-3FC9-438D-A9C8-DBD724861959}"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Question mark"/>
        </a:ext>
      </dgm:extLst>
    </dgm:pt>
    <dgm:pt modelId="{FA99150F-9938-4419-8D90-CBA9EF000168}" type="pres">
      <dgm:prSet presAssocID="{000DE41C-3FC9-438D-A9C8-DBD724861959}" presName="spaceRect" presStyleCnt="0"/>
      <dgm:spPr/>
    </dgm:pt>
    <dgm:pt modelId="{46CCC160-5258-4B84-965C-E1B7788F899F}" type="pres">
      <dgm:prSet presAssocID="{000DE41C-3FC9-438D-A9C8-DBD724861959}" presName="parTx" presStyleLbl="revTx" presStyleIdx="5" presStyleCnt="8">
        <dgm:presLayoutVars>
          <dgm:chMax val="0"/>
          <dgm:chPref val="0"/>
        </dgm:presLayoutVars>
      </dgm:prSet>
      <dgm:spPr/>
    </dgm:pt>
    <dgm:pt modelId="{F767BDBD-4B9F-4C7E-BC6A-842B3DC69397}" type="pres">
      <dgm:prSet presAssocID="{A03A28AF-CC16-4D2F-8B14-FFBA66A6A8A9}" presName="sibTrans" presStyleCnt="0"/>
      <dgm:spPr/>
    </dgm:pt>
    <dgm:pt modelId="{790685EE-54F0-4ED4-AD59-914AAD8FEF5A}" type="pres">
      <dgm:prSet presAssocID="{32DA141B-CC73-42C4-8801-000E7954C417}" presName="compNode" presStyleCnt="0"/>
      <dgm:spPr/>
    </dgm:pt>
    <dgm:pt modelId="{D79ECE33-A989-4AC0-A390-A2EBD6D31202}" type="pres">
      <dgm:prSet presAssocID="{32DA141B-CC73-42C4-8801-000E7954C417}" presName="bgRect" presStyleLbl="bgShp" presStyleIdx="6" presStyleCnt="8"/>
      <dgm:spPr/>
    </dgm:pt>
    <dgm:pt modelId="{6BF6F199-5259-447E-93EC-00F2B872AF23}" type="pres">
      <dgm:prSet presAssocID="{32DA141B-CC73-42C4-8801-000E7954C417}"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Disconnected"/>
        </a:ext>
      </dgm:extLst>
    </dgm:pt>
    <dgm:pt modelId="{3A29EF86-7950-43CB-9DFC-C2BE0DE77518}" type="pres">
      <dgm:prSet presAssocID="{32DA141B-CC73-42C4-8801-000E7954C417}" presName="spaceRect" presStyleCnt="0"/>
      <dgm:spPr/>
    </dgm:pt>
    <dgm:pt modelId="{3C5E2283-873F-4F2B-9F5E-1E8589E7A0DE}" type="pres">
      <dgm:prSet presAssocID="{32DA141B-CC73-42C4-8801-000E7954C417}" presName="parTx" presStyleLbl="revTx" presStyleIdx="6" presStyleCnt="8">
        <dgm:presLayoutVars>
          <dgm:chMax val="0"/>
          <dgm:chPref val="0"/>
        </dgm:presLayoutVars>
      </dgm:prSet>
      <dgm:spPr/>
    </dgm:pt>
    <dgm:pt modelId="{159A6E93-BBAF-45D0-B3AF-68B8598A18DC}" type="pres">
      <dgm:prSet presAssocID="{3033F0FA-D5D0-4F22-B52C-E3919EA92D68}" presName="sibTrans" presStyleCnt="0"/>
      <dgm:spPr/>
    </dgm:pt>
    <dgm:pt modelId="{7F246323-B34E-49BC-B2BA-1C8A95A7625F}" type="pres">
      <dgm:prSet presAssocID="{36173370-9C8C-4098-B5A4-2C7B8F935D5D}" presName="compNode" presStyleCnt="0"/>
      <dgm:spPr/>
    </dgm:pt>
    <dgm:pt modelId="{C41D9947-520D-460B-A721-7E4DADE6794B}" type="pres">
      <dgm:prSet presAssocID="{36173370-9C8C-4098-B5A4-2C7B8F935D5D}" presName="bgRect" presStyleLbl="bgShp" presStyleIdx="7" presStyleCnt="8"/>
      <dgm:spPr/>
    </dgm:pt>
    <dgm:pt modelId="{BDB91D74-1380-466F-ABB2-27324F33270F}" type="pres">
      <dgm:prSet presAssocID="{36173370-9C8C-4098-B5A4-2C7B8F935D5D}"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dgm:spPr>
      <dgm:extLst>
        <a:ext uri="{E40237B7-FDA0-4F09-8148-C483321AD2D9}">
          <dgm14:cNvPr xmlns:dgm14="http://schemas.microsoft.com/office/drawing/2010/diagram" id="0" name="" descr="Dumbbell"/>
        </a:ext>
      </dgm:extLst>
    </dgm:pt>
    <dgm:pt modelId="{A6372929-5F25-415E-A52E-580AB080FF2D}" type="pres">
      <dgm:prSet presAssocID="{36173370-9C8C-4098-B5A4-2C7B8F935D5D}" presName="spaceRect" presStyleCnt="0"/>
      <dgm:spPr/>
    </dgm:pt>
    <dgm:pt modelId="{C3E4D466-BA61-4041-ACDD-78C1D0FC45EB}" type="pres">
      <dgm:prSet presAssocID="{36173370-9C8C-4098-B5A4-2C7B8F935D5D}" presName="parTx" presStyleLbl="revTx" presStyleIdx="7" presStyleCnt="8">
        <dgm:presLayoutVars>
          <dgm:chMax val="0"/>
          <dgm:chPref val="0"/>
        </dgm:presLayoutVars>
      </dgm:prSet>
      <dgm:spPr/>
    </dgm:pt>
  </dgm:ptLst>
  <dgm:cxnLst>
    <dgm:cxn modelId="{AFB41108-983F-402B-8456-885BD5C7A0DD}" type="presOf" srcId="{8D53D0BB-CC44-4DCB-AB36-513A734EB701}" destId="{057695FC-EE87-4CD7-965F-70E5972E342C}" srcOrd="0" destOrd="0" presId="urn:microsoft.com/office/officeart/2018/2/layout/IconVerticalSolidList"/>
    <dgm:cxn modelId="{B969EB1B-55DD-4D74-AA0A-B43310927A3C}" srcId="{39705177-4544-4A57-9D9D-7152DC8F02E9}" destId="{7AE77F28-2B00-4AAC-8B52-8AB23E8B2770}" srcOrd="0" destOrd="0" parTransId="{9CFB2E7A-4935-4BE6-B096-5CB443FC4F41}" sibTransId="{63003C63-E817-4CAD-B6F1-CA5463D11B18}"/>
    <dgm:cxn modelId="{0ADC9529-BBD4-4B55-BB07-C07D23F0D394}" srcId="{39705177-4544-4A57-9D9D-7152DC8F02E9}" destId="{E4ED3143-AA97-4D0F-A0BB-97CBB5E52C05}" srcOrd="1" destOrd="0" parTransId="{F1BB4625-248C-4610-A14B-22ADC8994F50}" sibTransId="{54893CFF-9447-4F9C-BA8E-4F9CEEFA6142}"/>
    <dgm:cxn modelId="{51E7BE29-2439-4109-A79D-527BAD3EFAF7}" type="presOf" srcId="{E4ED3143-AA97-4D0F-A0BB-97CBB5E52C05}" destId="{D07113B8-9B21-403F-B59C-441711A34C74}" srcOrd="0" destOrd="0" presId="urn:microsoft.com/office/officeart/2018/2/layout/IconVerticalSolidList"/>
    <dgm:cxn modelId="{7012DF29-883B-4A84-96D1-EE64299D54AC}" type="presOf" srcId="{32DA141B-CC73-42C4-8801-000E7954C417}" destId="{3C5E2283-873F-4F2B-9F5E-1E8589E7A0DE}" srcOrd="0" destOrd="0" presId="urn:microsoft.com/office/officeart/2018/2/layout/IconVerticalSolidList"/>
    <dgm:cxn modelId="{3F3A7A2A-949D-4884-8531-8AC652DFDFC8}" type="presOf" srcId="{7AE77F28-2B00-4AAC-8B52-8AB23E8B2770}" destId="{FD613E73-5250-4A3A-B6BC-86A5C7B478BA}" srcOrd="0" destOrd="0" presId="urn:microsoft.com/office/officeart/2018/2/layout/IconVerticalSolidList"/>
    <dgm:cxn modelId="{E8F86640-E8BF-471B-ABB5-986C32648C17}" type="presOf" srcId="{9E6C2153-00D7-4040-8E72-73B873BD8867}" destId="{60F76E8F-1B6B-4F45-8B8C-22F5EB717D93}" srcOrd="0" destOrd="0" presId="urn:microsoft.com/office/officeart/2018/2/layout/IconVerticalSolidList"/>
    <dgm:cxn modelId="{FE1EC148-D4DB-491D-BA7F-995DC2EB4B8A}" srcId="{39705177-4544-4A57-9D9D-7152DC8F02E9}" destId="{9E6C2153-00D7-4040-8E72-73B873BD8867}" srcOrd="2" destOrd="0" parTransId="{7A66FDA9-B1DF-4D49-979A-A25DBBCBD697}" sibTransId="{FFFA1268-76CD-4AFD-AAB1-B7F853EFAFA4}"/>
    <dgm:cxn modelId="{FF742079-00C9-4AAE-B9D4-98468D8FE957}" type="presOf" srcId="{C8768627-CF73-4FA1-875B-9DDCBB7D0104}" destId="{E319FBDF-BD87-425D-AD3E-EBCEB45E036D}" srcOrd="0" destOrd="0" presId="urn:microsoft.com/office/officeart/2018/2/layout/IconVerticalSolidList"/>
    <dgm:cxn modelId="{4C5C3680-518D-430A-B296-396FDCCC07FE}" srcId="{39705177-4544-4A57-9D9D-7152DC8F02E9}" destId="{36173370-9C8C-4098-B5A4-2C7B8F935D5D}" srcOrd="7" destOrd="0" parTransId="{46880648-FCD3-4F1A-838E-7B04069C1C80}" sibTransId="{9FBAABA7-03E3-4B52-9FF2-2C7B8D68470C}"/>
    <dgm:cxn modelId="{1C234389-7D04-4929-8D34-B8EBCC2E9033}" srcId="{39705177-4544-4A57-9D9D-7152DC8F02E9}" destId="{C8768627-CF73-4FA1-875B-9DDCBB7D0104}" srcOrd="3" destOrd="0" parTransId="{C2EA0271-061E-48BC-A9BF-DF7DDB028C2D}" sibTransId="{13747084-37DB-49C9-BE70-953799F43F3A}"/>
    <dgm:cxn modelId="{537D9993-FF8C-4018-B4A4-78E5E60ED23F}" srcId="{39705177-4544-4A57-9D9D-7152DC8F02E9}" destId="{8D53D0BB-CC44-4DCB-AB36-513A734EB701}" srcOrd="4" destOrd="0" parTransId="{A69F1160-6E1B-415D-A42F-B64587A46A45}" sibTransId="{FD7D3BCB-5F2B-4950-B997-F730050D2C6A}"/>
    <dgm:cxn modelId="{8A5E8EA3-2865-46E5-A746-C1587A28E1E2}" srcId="{39705177-4544-4A57-9D9D-7152DC8F02E9}" destId="{000DE41C-3FC9-438D-A9C8-DBD724861959}" srcOrd="5" destOrd="0" parTransId="{F3D07386-5413-4BA4-B7F0-DE7E8246F775}" sibTransId="{A03A28AF-CC16-4D2F-8B14-FFBA66A6A8A9}"/>
    <dgm:cxn modelId="{162F75AB-4CAA-49EB-8588-8093DBE8E563}" srcId="{39705177-4544-4A57-9D9D-7152DC8F02E9}" destId="{32DA141B-CC73-42C4-8801-000E7954C417}" srcOrd="6" destOrd="0" parTransId="{3A99C614-05FF-4550-B3C5-9F9C242D940C}" sibTransId="{3033F0FA-D5D0-4F22-B52C-E3919EA92D68}"/>
    <dgm:cxn modelId="{51FDD1AD-99C0-40F1-B69F-029E119F40AD}" type="presOf" srcId="{000DE41C-3FC9-438D-A9C8-DBD724861959}" destId="{46CCC160-5258-4B84-965C-E1B7788F899F}" srcOrd="0" destOrd="0" presId="urn:microsoft.com/office/officeart/2018/2/layout/IconVerticalSolidList"/>
    <dgm:cxn modelId="{9E1D13BD-C11B-4BAE-93CA-8DA9E4292E49}" type="presOf" srcId="{36173370-9C8C-4098-B5A4-2C7B8F935D5D}" destId="{C3E4D466-BA61-4041-ACDD-78C1D0FC45EB}" srcOrd="0" destOrd="0" presId="urn:microsoft.com/office/officeart/2018/2/layout/IconVerticalSolidList"/>
    <dgm:cxn modelId="{15FD60CF-A560-4234-B303-278FF84A4821}" type="presOf" srcId="{39705177-4544-4A57-9D9D-7152DC8F02E9}" destId="{EEF8B704-BC7F-427E-9565-428856B3FCF9}" srcOrd="0" destOrd="0" presId="urn:microsoft.com/office/officeart/2018/2/layout/IconVerticalSolidList"/>
    <dgm:cxn modelId="{B3808CAB-1519-4CED-883A-33A2444BDD04}" type="presParOf" srcId="{EEF8B704-BC7F-427E-9565-428856B3FCF9}" destId="{6C9C178A-F5B8-4456-B943-69E8B43B77C4}" srcOrd="0" destOrd="0" presId="urn:microsoft.com/office/officeart/2018/2/layout/IconVerticalSolidList"/>
    <dgm:cxn modelId="{1892AC2F-EF80-4D77-BA32-C73F67A9E5BE}" type="presParOf" srcId="{6C9C178A-F5B8-4456-B943-69E8B43B77C4}" destId="{D867C2A1-34FD-4EB0-9DFA-87CFBB25A65D}" srcOrd="0" destOrd="0" presId="urn:microsoft.com/office/officeart/2018/2/layout/IconVerticalSolidList"/>
    <dgm:cxn modelId="{67F2A02C-2C3D-4861-BE34-206538C84510}" type="presParOf" srcId="{6C9C178A-F5B8-4456-B943-69E8B43B77C4}" destId="{EF305A00-F984-42B5-BC43-9BB1F75A5FE3}" srcOrd="1" destOrd="0" presId="urn:microsoft.com/office/officeart/2018/2/layout/IconVerticalSolidList"/>
    <dgm:cxn modelId="{5C58E143-717E-4373-9F41-9ACD8C60F78D}" type="presParOf" srcId="{6C9C178A-F5B8-4456-B943-69E8B43B77C4}" destId="{C4C2E8E8-4476-4301-B99E-4FF0B4E0B261}" srcOrd="2" destOrd="0" presId="urn:microsoft.com/office/officeart/2018/2/layout/IconVerticalSolidList"/>
    <dgm:cxn modelId="{CEA54E87-7714-4532-AB82-C94B030DA754}" type="presParOf" srcId="{6C9C178A-F5B8-4456-B943-69E8B43B77C4}" destId="{FD613E73-5250-4A3A-B6BC-86A5C7B478BA}" srcOrd="3" destOrd="0" presId="urn:microsoft.com/office/officeart/2018/2/layout/IconVerticalSolidList"/>
    <dgm:cxn modelId="{B3225F8C-72A6-46CC-871A-6FD81F40171B}" type="presParOf" srcId="{EEF8B704-BC7F-427E-9565-428856B3FCF9}" destId="{26621C47-9BCA-467D-8270-041FAB7516A8}" srcOrd="1" destOrd="0" presId="urn:microsoft.com/office/officeart/2018/2/layout/IconVerticalSolidList"/>
    <dgm:cxn modelId="{DD23E06C-BA8F-43A6-9A63-2DF6A7B19BC2}" type="presParOf" srcId="{EEF8B704-BC7F-427E-9565-428856B3FCF9}" destId="{FEE8763E-0A11-4BA7-9D2D-105D5C1B8EEA}" srcOrd="2" destOrd="0" presId="urn:microsoft.com/office/officeart/2018/2/layout/IconVerticalSolidList"/>
    <dgm:cxn modelId="{41294F47-A238-4855-A558-9B9FD1839490}" type="presParOf" srcId="{FEE8763E-0A11-4BA7-9D2D-105D5C1B8EEA}" destId="{6B080554-AC55-4793-90E8-3C5D1533D71A}" srcOrd="0" destOrd="0" presId="urn:microsoft.com/office/officeart/2018/2/layout/IconVerticalSolidList"/>
    <dgm:cxn modelId="{F61E905A-4D7B-457F-996F-99A0A2BED3DA}" type="presParOf" srcId="{FEE8763E-0A11-4BA7-9D2D-105D5C1B8EEA}" destId="{76D3E057-F54C-494B-BFEF-6316FD38816B}" srcOrd="1" destOrd="0" presId="urn:microsoft.com/office/officeart/2018/2/layout/IconVerticalSolidList"/>
    <dgm:cxn modelId="{A0F1F8E9-A32A-4217-B915-DA068B263CE6}" type="presParOf" srcId="{FEE8763E-0A11-4BA7-9D2D-105D5C1B8EEA}" destId="{48169171-BA91-41DF-A6E1-AB8223487732}" srcOrd="2" destOrd="0" presId="urn:microsoft.com/office/officeart/2018/2/layout/IconVerticalSolidList"/>
    <dgm:cxn modelId="{2393F03A-02FD-4870-8BB8-DDAF617F10F5}" type="presParOf" srcId="{FEE8763E-0A11-4BA7-9D2D-105D5C1B8EEA}" destId="{D07113B8-9B21-403F-B59C-441711A34C74}" srcOrd="3" destOrd="0" presId="urn:microsoft.com/office/officeart/2018/2/layout/IconVerticalSolidList"/>
    <dgm:cxn modelId="{D4E88A1F-A538-4E2B-BD35-0B742DAF36E4}" type="presParOf" srcId="{EEF8B704-BC7F-427E-9565-428856B3FCF9}" destId="{BB96C61B-D5A2-437A-A264-640EA1726C4D}" srcOrd="3" destOrd="0" presId="urn:microsoft.com/office/officeart/2018/2/layout/IconVerticalSolidList"/>
    <dgm:cxn modelId="{1EA00D6E-7DC1-4B83-9475-A9A3E106A312}" type="presParOf" srcId="{EEF8B704-BC7F-427E-9565-428856B3FCF9}" destId="{21EDDDA3-A922-4D6D-B648-BDBA4FC539D8}" srcOrd="4" destOrd="0" presId="urn:microsoft.com/office/officeart/2018/2/layout/IconVerticalSolidList"/>
    <dgm:cxn modelId="{92E47B93-76CD-4BB3-94EA-2CC8371DECD8}" type="presParOf" srcId="{21EDDDA3-A922-4D6D-B648-BDBA4FC539D8}" destId="{BF81317D-95DE-4A2B-A2D3-46CEAE2AD6C2}" srcOrd="0" destOrd="0" presId="urn:microsoft.com/office/officeart/2018/2/layout/IconVerticalSolidList"/>
    <dgm:cxn modelId="{78AED54D-07BB-40DF-A503-70DAD11EE2F3}" type="presParOf" srcId="{21EDDDA3-A922-4D6D-B648-BDBA4FC539D8}" destId="{CE7A3372-74DD-450D-82C8-304319861C25}" srcOrd="1" destOrd="0" presId="urn:microsoft.com/office/officeart/2018/2/layout/IconVerticalSolidList"/>
    <dgm:cxn modelId="{22E7CE28-DF65-404D-B1B4-AAF21FFBEFBF}" type="presParOf" srcId="{21EDDDA3-A922-4D6D-B648-BDBA4FC539D8}" destId="{504D6B90-EACB-4B45-BB96-40DA5BB16ED3}" srcOrd="2" destOrd="0" presId="urn:microsoft.com/office/officeart/2018/2/layout/IconVerticalSolidList"/>
    <dgm:cxn modelId="{E9FD728D-799D-4D40-B4C9-D7C606B0B94B}" type="presParOf" srcId="{21EDDDA3-A922-4D6D-B648-BDBA4FC539D8}" destId="{60F76E8F-1B6B-4F45-8B8C-22F5EB717D93}" srcOrd="3" destOrd="0" presId="urn:microsoft.com/office/officeart/2018/2/layout/IconVerticalSolidList"/>
    <dgm:cxn modelId="{07AC01F8-66CE-445A-8C32-9D546EF73CBC}" type="presParOf" srcId="{EEF8B704-BC7F-427E-9565-428856B3FCF9}" destId="{6CD0ED81-3F5C-42D8-AE39-A158CEFA833E}" srcOrd="5" destOrd="0" presId="urn:microsoft.com/office/officeart/2018/2/layout/IconVerticalSolidList"/>
    <dgm:cxn modelId="{E4ED4F77-429A-4926-97D4-946E032D6E05}" type="presParOf" srcId="{EEF8B704-BC7F-427E-9565-428856B3FCF9}" destId="{6114C856-CF23-41EF-89C9-056ECEB69CC1}" srcOrd="6" destOrd="0" presId="urn:microsoft.com/office/officeart/2018/2/layout/IconVerticalSolidList"/>
    <dgm:cxn modelId="{E2729ADA-23D2-421A-95EE-A77C1AFBC5BE}" type="presParOf" srcId="{6114C856-CF23-41EF-89C9-056ECEB69CC1}" destId="{63DF9B78-7FA7-434E-86A3-8527B2284385}" srcOrd="0" destOrd="0" presId="urn:microsoft.com/office/officeart/2018/2/layout/IconVerticalSolidList"/>
    <dgm:cxn modelId="{1A4B621B-DC1B-4649-BAED-512E9C5B886A}" type="presParOf" srcId="{6114C856-CF23-41EF-89C9-056ECEB69CC1}" destId="{580AB0F8-7897-4E48-AE1D-C80BD97F0936}" srcOrd="1" destOrd="0" presId="urn:microsoft.com/office/officeart/2018/2/layout/IconVerticalSolidList"/>
    <dgm:cxn modelId="{CD8DA8F8-6AEE-4E7F-B225-5E9162B04B5F}" type="presParOf" srcId="{6114C856-CF23-41EF-89C9-056ECEB69CC1}" destId="{EC6C3E37-6E3A-4841-95B6-DC569111D8DA}" srcOrd="2" destOrd="0" presId="urn:microsoft.com/office/officeart/2018/2/layout/IconVerticalSolidList"/>
    <dgm:cxn modelId="{B7AE41B1-D284-4A46-8A5F-B40D119E12F6}" type="presParOf" srcId="{6114C856-CF23-41EF-89C9-056ECEB69CC1}" destId="{E319FBDF-BD87-425D-AD3E-EBCEB45E036D}" srcOrd="3" destOrd="0" presId="urn:microsoft.com/office/officeart/2018/2/layout/IconVerticalSolidList"/>
    <dgm:cxn modelId="{5B449A57-54FF-4B5A-8F08-2B13529A6EBD}" type="presParOf" srcId="{EEF8B704-BC7F-427E-9565-428856B3FCF9}" destId="{E3631243-2A5D-4ED1-A7E5-2EC36481B67C}" srcOrd="7" destOrd="0" presId="urn:microsoft.com/office/officeart/2018/2/layout/IconVerticalSolidList"/>
    <dgm:cxn modelId="{04FD4B88-D8C5-4A4D-A417-80D7FA726B02}" type="presParOf" srcId="{EEF8B704-BC7F-427E-9565-428856B3FCF9}" destId="{3EBE1992-B0DA-4026-B998-D3172305BE3A}" srcOrd="8" destOrd="0" presId="urn:microsoft.com/office/officeart/2018/2/layout/IconVerticalSolidList"/>
    <dgm:cxn modelId="{ED55B448-ADEC-4E86-8389-CC98040587D2}" type="presParOf" srcId="{3EBE1992-B0DA-4026-B998-D3172305BE3A}" destId="{8C47EE2E-E41C-4BD2-9B99-C2CE8157EBB0}" srcOrd="0" destOrd="0" presId="urn:microsoft.com/office/officeart/2018/2/layout/IconVerticalSolidList"/>
    <dgm:cxn modelId="{DA12A8DE-5A0E-4C38-A381-C7C5BB24A328}" type="presParOf" srcId="{3EBE1992-B0DA-4026-B998-D3172305BE3A}" destId="{FDA14457-76A2-4BBA-8165-5D5067637CE9}" srcOrd="1" destOrd="0" presId="urn:microsoft.com/office/officeart/2018/2/layout/IconVerticalSolidList"/>
    <dgm:cxn modelId="{CC8162F1-883B-439F-9449-6798D267AF0F}" type="presParOf" srcId="{3EBE1992-B0DA-4026-B998-D3172305BE3A}" destId="{2B91201F-ADD7-41A6-A04C-44B9B3A9D8BF}" srcOrd="2" destOrd="0" presId="urn:microsoft.com/office/officeart/2018/2/layout/IconVerticalSolidList"/>
    <dgm:cxn modelId="{C8E560DC-2EC6-472A-A631-4A4E15401B8E}" type="presParOf" srcId="{3EBE1992-B0DA-4026-B998-D3172305BE3A}" destId="{057695FC-EE87-4CD7-965F-70E5972E342C}" srcOrd="3" destOrd="0" presId="urn:microsoft.com/office/officeart/2018/2/layout/IconVerticalSolidList"/>
    <dgm:cxn modelId="{C97C094F-DE78-4E2B-B8BB-AFE3CB19A50A}" type="presParOf" srcId="{EEF8B704-BC7F-427E-9565-428856B3FCF9}" destId="{1B7F0EC3-F0E5-4E86-A46F-C9ED1956C895}" srcOrd="9" destOrd="0" presId="urn:microsoft.com/office/officeart/2018/2/layout/IconVerticalSolidList"/>
    <dgm:cxn modelId="{B7996FAD-AF73-4331-9725-041406470F55}" type="presParOf" srcId="{EEF8B704-BC7F-427E-9565-428856B3FCF9}" destId="{C7361829-0716-48E4-A498-D689116CD57B}" srcOrd="10" destOrd="0" presId="urn:microsoft.com/office/officeart/2018/2/layout/IconVerticalSolidList"/>
    <dgm:cxn modelId="{C1C0B5D3-6F79-4AF1-9E21-34AD11A59AA7}" type="presParOf" srcId="{C7361829-0716-48E4-A498-D689116CD57B}" destId="{11B97111-E9B0-40F5-BDD0-606183D03240}" srcOrd="0" destOrd="0" presId="urn:microsoft.com/office/officeart/2018/2/layout/IconVerticalSolidList"/>
    <dgm:cxn modelId="{F5E650FF-2873-4A90-9D71-8718A917CC84}" type="presParOf" srcId="{C7361829-0716-48E4-A498-D689116CD57B}" destId="{B7AB4ECC-E42A-456C-AD1D-3848F80DF704}" srcOrd="1" destOrd="0" presId="urn:microsoft.com/office/officeart/2018/2/layout/IconVerticalSolidList"/>
    <dgm:cxn modelId="{3F65B028-8B41-44D6-8ADA-F9AB626AAA87}" type="presParOf" srcId="{C7361829-0716-48E4-A498-D689116CD57B}" destId="{FA99150F-9938-4419-8D90-CBA9EF000168}" srcOrd="2" destOrd="0" presId="urn:microsoft.com/office/officeart/2018/2/layout/IconVerticalSolidList"/>
    <dgm:cxn modelId="{2630AC59-4143-41FF-A8F3-0033DF385DE1}" type="presParOf" srcId="{C7361829-0716-48E4-A498-D689116CD57B}" destId="{46CCC160-5258-4B84-965C-E1B7788F899F}" srcOrd="3" destOrd="0" presId="urn:microsoft.com/office/officeart/2018/2/layout/IconVerticalSolidList"/>
    <dgm:cxn modelId="{85B4C78D-D9B5-435D-B8F4-C8BD1426BD4B}" type="presParOf" srcId="{EEF8B704-BC7F-427E-9565-428856B3FCF9}" destId="{F767BDBD-4B9F-4C7E-BC6A-842B3DC69397}" srcOrd="11" destOrd="0" presId="urn:microsoft.com/office/officeart/2018/2/layout/IconVerticalSolidList"/>
    <dgm:cxn modelId="{3322F6EB-8E66-4FAA-BDAC-EDD6F3D0B1EC}" type="presParOf" srcId="{EEF8B704-BC7F-427E-9565-428856B3FCF9}" destId="{790685EE-54F0-4ED4-AD59-914AAD8FEF5A}" srcOrd="12" destOrd="0" presId="urn:microsoft.com/office/officeart/2018/2/layout/IconVerticalSolidList"/>
    <dgm:cxn modelId="{4BBC94F6-16A6-4C9D-B714-D8E079CF3A05}" type="presParOf" srcId="{790685EE-54F0-4ED4-AD59-914AAD8FEF5A}" destId="{D79ECE33-A989-4AC0-A390-A2EBD6D31202}" srcOrd="0" destOrd="0" presId="urn:microsoft.com/office/officeart/2018/2/layout/IconVerticalSolidList"/>
    <dgm:cxn modelId="{04E8A8C6-09CA-46DD-AC81-2F0C3EEFA623}" type="presParOf" srcId="{790685EE-54F0-4ED4-AD59-914AAD8FEF5A}" destId="{6BF6F199-5259-447E-93EC-00F2B872AF23}" srcOrd="1" destOrd="0" presId="urn:microsoft.com/office/officeart/2018/2/layout/IconVerticalSolidList"/>
    <dgm:cxn modelId="{E3B53772-0B39-46D9-9066-743E3811269C}" type="presParOf" srcId="{790685EE-54F0-4ED4-AD59-914AAD8FEF5A}" destId="{3A29EF86-7950-43CB-9DFC-C2BE0DE77518}" srcOrd="2" destOrd="0" presId="urn:microsoft.com/office/officeart/2018/2/layout/IconVerticalSolidList"/>
    <dgm:cxn modelId="{369BD720-66C7-4897-AE08-317DAB3671AF}" type="presParOf" srcId="{790685EE-54F0-4ED4-AD59-914AAD8FEF5A}" destId="{3C5E2283-873F-4F2B-9F5E-1E8589E7A0DE}" srcOrd="3" destOrd="0" presId="urn:microsoft.com/office/officeart/2018/2/layout/IconVerticalSolidList"/>
    <dgm:cxn modelId="{460EB0DB-74B7-413B-AB5A-9852772E4A45}" type="presParOf" srcId="{EEF8B704-BC7F-427E-9565-428856B3FCF9}" destId="{159A6E93-BBAF-45D0-B3AF-68B8598A18DC}" srcOrd="13" destOrd="0" presId="urn:microsoft.com/office/officeart/2018/2/layout/IconVerticalSolidList"/>
    <dgm:cxn modelId="{2CB98325-DA5A-47C5-8519-09AE8C495A70}" type="presParOf" srcId="{EEF8B704-BC7F-427E-9565-428856B3FCF9}" destId="{7F246323-B34E-49BC-B2BA-1C8A95A7625F}" srcOrd="14" destOrd="0" presId="urn:microsoft.com/office/officeart/2018/2/layout/IconVerticalSolidList"/>
    <dgm:cxn modelId="{B1AA0E70-CAB7-4DA7-8D10-5BC8702EC973}" type="presParOf" srcId="{7F246323-B34E-49BC-B2BA-1C8A95A7625F}" destId="{C41D9947-520D-460B-A721-7E4DADE6794B}" srcOrd="0" destOrd="0" presId="urn:microsoft.com/office/officeart/2018/2/layout/IconVerticalSolidList"/>
    <dgm:cxn modelId="{A673690C-5E46-485E-890C-D950CEF759BF}" type="presParOf" srcId="{7F246323-B34E-49BC-B2BA-1C8A95A7625F}" destId="{BDB91D74-1380-466F-ABB2-27324F33270F}" srcOrd="1" destOrd="0" presId="urn:microsoft.com/office/officeart/2018/2/layout/IconVerticalSolidList"/>
    <dgm:cxn modelId="{A07B244F-29D5-4E8E-90C1-35D5DD63A06F}" type="presParOf" srcId="{7F246323-B34E-49BC-B2BA-1C8A95A7625F}" destId="{A6372929-5F25-415E-A52E-580AB080FF2D}" srcOrd="2" destOrd="0" presId="urn:microsoft.com/office/officeart/2018/2/layout/IconVerticalSolidList"/>
    <dgm:cxn modelId="{D42E9A1D-A299-4AA9-81DA-70B9BBF6D179}" type="presParOf" srcId="{7F246323-B34E-49BC-B2BA-1C8A95A7625F}" destId="{C3E4D466-BA61-4041-ACDD-78C1D0FC45E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627B2EF-7D90-40D4-8413-27143F09A82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4BBA1C2-7A6A-4E9F-87B5-71CB17CB67F7}">
      <dgm:prSet/>
      <dgm:spPr/>
      <dgm:t>
        <a:bodyPr/>
        <a:lstStyle/>
        <a:p>
          <a:pPr>
            <a:lnSpc>
              <a:spcPct val="100000"/>
            </a:lnSpc>
          </a:pPr>
          <a:r>
            <a:rPr lang="en-US" baseline="0"/>
            <a:t>Key checks performed:</a:t>
          </a:r>
          <a:endParaRPr lang="en-US"/>
        </a:p>
      </dgm:t>
    </dgm:pt>
    <dgm:pt modelId="{C5DA9084-6ACA-4FD5-B773-0215452BEF2D}" type="parTrans" cxnId="{71D86E00-03B4-4151-8F4C-3C76A020643B}">
      <dgm:prSet/>
      <dgm:spPr/>
      <dgm:t>
        <a:bodyPr/>
        <a:lstStyle/>
        <a:p>
          <a:endParaRPr lang="en-US"/>
        </a:p>
      </dgm:t>
    </dgm:pt>
    <dgm:pt modelId="{B1907133-9FD1-4D1D-8C1F-AD73B64E8995}" type="sibTrans" cxnId="{71D86E00-03B4-4151-8F4C-3C76A020643B}">
      <dgm:prSet/>
      <dgm:spPr/>
      <dgm:t>
        <a:bodyPr/>
        <a:lstStyle/>
        <a:p>
          <a:endParaRPr lang="en-US"/>
        </a:p>
      </dgm:t>
    </dgm:pt>
    <dgm:pt modelId="{ED2F333E-5ED0-4639-971E-F47D98743FF2}">
      <dgm:prSet/>
      <dgm:spPr/>
      <dgm:t>
        <a:bodyPr/>
        <a:lstStyle/>
        <a:p>
          <a:pPr>
            <a:lnSpc>
              <a:spcPct val="100000"/>
            </a:lnSpc>
          </a:pPr>
          <a:r>
            <a:rPr lang="en-US" b="1" baseline="0"/>
            <a:t>Section counts per course</a:t>
          </a:r>
          <a:endParaRPr lang="en-US"/>
        </a:p>
      </dgm:t>
    </dgm:pt>
    <dgm:pt modelId="{0FE44A05-42CC-40AC-99FF-1D769732E229}" type="parTrans" cxnId="{85B2BA43-4F22-4A6A-A2D0-8F73F7FD3D30}">
      <dgm:prSet/>
      <dgm:spPr/>
      <dgm:t>
        <a:bodyPr/>
        <a:lstStyle/>
        <a:p>
          <a:endParaRPr lang="en-US"/>
        </a:p>
      </dgm:t>
    </dgm:pt>
    <dgm:pt modelId="{9174F1B4-5875-4BC8-9822-FCED8FED2F17}" type="sibTrans" cxnId="{85B2BA43-4F22-4A6A-A2D0-8F73F7FD3D30}">
      <dgm:prSet/>
      <dgm:spPr/>
      <dgm:t>
        <a:bodyPr/>
        <a:lstStyle/>
        <a:p>
          <a:endParaRPr lang="en-US"/>
        </a:p>
      </dgm:t>
    </dgm:pt>
    <dgm:pt modelId="{7E699F03-DEAF-4E25-806D-0502BFDCD6BA}">
      <dgm:prSet/>
      <dgm:spPr/>
      <dgm:t>
        <a:bodyPr/>
        <a:lstStyle/>
        <a:p>
          <a:pPr>
            <a:lnSpc>
              <a:spcPct val="100000"/>
            </a:lnSpc>
          </a:pPr>
          <a:r>
            <a:rPr lang="en-US"/>
            <a:t>To identify courses with ≥3 sections (two-instructor rule)</a:t>
          </a:r>
        </a:p>
      </dgm:t>
    </dgm:pt>
    <dgm:pt modelId="{C3AD9B8B-C2F7-4B72-B1E7-F87C0D3079B9}" type="parTrans" cxnId="{825E7F7A-25D3-439C-996A-ADBD45E369CA}">
      <dgm:prSet/>
      <dgm:spPr/>
      <dgm:t>
        <a:bodyPr/>
        <a:lstStyle/>
        <a:p>
          <a:endParaRPr lang="en-US"/>
        </a:p>
      </dgm:t>
    </dgm:pt>
    <dgm:pt modelId="{936EBAFF-BB9C-45FA-9117-EE3F1F307507}" type="sibTrans" cxnId="{825E7F7A-25D3-439C-996A-ADBD45E369CA}">
      <dgm:prSet/>
      <dgm:spPr/>
      <dgm:t>
        <a:bodyPr/>
        <a:lstStyle/>
        <a:p>
          <a:endParaRPr lang="en-US"/>
        </a:p>
      </dgm:t>
    </dgm:pt>
    <dgm:pt modelId="{DE342676-5B0B-4940-B97A-50024BE22717}">
      <dgm:prSet/>
      <dgm:spPr/>
      <dgm:t>
        <a:bodyPr/>
        <a:lstStyle/>
        <a:p>
          <a:pPr>
            <a:lnSpc>
              <a:spcPct val="100000"/>
            </a:lnSpc>
          </a:pPr>
          <a:r>
            <a:rPr lang="en-US" b="1" baseline="0"/>
            <a:t>Instructor coverage</a:t>
          </a:r>
          <a:endParaRPr lang="en-US"/>
        </a:p>
      </dgm:t>
    </dgm:pt>
    <dgm:pt modelId="{678E38BC-55C1-4359-A1C2-46D889BF0751}" type="parTrans" cxnId="{805314C7-C73B-4BEF-B472-A5B47A73875D}">
      <dgm:prSet/>
      <dgm:spPr/>
      <dgm:t>
        <a:bodyPr/>
        <a:lstStyle/>
        <a:p>
          <a:endParaRPr lang="en-US"/>
        </a:p>
      </dgm:t>
    </dgm:pt>
    <dgm:pt modelId="{66678A1D-DD5C-479D-8ACC-54AD17AFFB73}" type="sibTrans" cxnId="{805314C7-C73B-4BEF-B472-A5B47A73875D}">
      <dgm:prSet/>
      <dgm:spPr/>
      <dgm:t>
        <a:bodyPr/>
        <a:lstStyle/>
        <a:p>
          <a:endParaRPr lang="en-US"/>
        </a:p>
      </dgm:t>
    </dgm:pt>
    <dgm:pt modelId="{E458DAD7-8D93-473A-BE14-946A6D688988}">
      <dgm:prSet/>
      <dgm:spPr/>
      <dgm:t>
        <a:bodyPr/>
        <a:lstStyle/>
        <a:p>
          <a:pPr>
            <a:lnSpc>
              <a:spcPct val="100000"/>
            </a:lnSpc>
          </a:pPr>
          <a:r>
            <a:rPr lang="en-US"/>
            <a:t>Number of qualified instructors per course</a:t>
          </a:r>
        </a:p>
      </dgm:t>
    </dgm:pt>
    <dgm:pt modelId="{5ED77A90-9935-40D9-8606-7A3EA6945A38}" type="parTrans" cxnId="{0ACDAFA6-06E7-4670-B237-B3CEF0D4052E}">
      <dgm:prSet/>
      <dgm:spPr/>
      <dgm:t>
        <a:bodyPr/>
        <a:lstStyle/>
        <a:p>
          <a:endParaRPr lang="en-US"/>
        </a:p>
      </dgm:t>
    </dgm:pt>
    <dgm:pt modelId="{0F10CF64-D69E-4887-BA12-20CDCBF659F0}" type="sibTrans" cxnId="{0ACDAFA6-06E7-4670-B237-B3CEF0D4052E}">
      <dgm:prSet/>
      <dgm:spPr/>
      <dgm:t>
        <a:bodyPr/>
        <a:lstStyle/>
        <a:p>
          <a:endParaRPr lang="en-US"/>
        </a:p>
      </dgm:t>
    </dgm:pt>
    <dgm:pt modelId="{0F2E284E-9F39-41DC-8AA0-765435E86DCE}">
      <dgm:prSet/>
      <dgm:spPr/>
      <dgm:t>
        <a:bodyPr/>
        <a:lstStyle/>
        <a:p>
          <a:pPr>
            <a:lnSpc>
              <a:spcPct val="100000"/>
            </a:lnSpc>
          </a:pPr>
          <a:r>
            <a:rPr lang="en-US" b="1" baseline="0"/>
            <a:t>Room capacity vs enrollment</a:t>
          </a:r>
          <a:endParaRPr lang="en-US"/>
        </a:p>
      </dgm:t>
    </dgm:pt>
    <dgm:pt modelId="{EF2E30FB-ACAF-4F1B-AE90-464669F37F54}" type="parTrans" cxnId="{75A20204-9684-46C8-83E9-385530F700C2}">
      <dgm:prSet/>
      <dgm:spPr/>
      <dgm:t>
        <a:bodyPr/>
        <a:lstStyle/>
        <a:p>
          <a:endParaRPr lang="en-US"/>
        </a:p>
      </dgm:t>
    </dgm:pt>
    <dgm:pt modelId="{E2E309E5-D676-4B0D-9BC4-36D03F461DAB}" type="sibTrans" cxnId="{75A20204-9684-46C8-83E9-385530F700C2}">
      <dgm:prSet/>
      <dgm:spPr/>
      <dgm:t>
        <a:bodyPr/>
        <a:lstStyle/>
        <a:p>
          <a:endParaRPr lang="en-US"/>
        </a:p>
      </dgm:t>
    </dgm:pt>
    <dgm:pt modelId="{838E5897-3477-488D-8223-5B0E3A3483E4}">
      <dgm:prSet/>
      <dgm:spPr/>
      <dgm:t>
        <a:bodyPr/>
        <a:lstStyle/>
        <a:p>
          <a:pPr>
            <a:lnSpc>
              <a:spcPct val="100000"/>
            </a:lnSpc>
          </a:pPr>
          <a:r>
            <a:rPr lang="en-US"/>
            <a:t>To detect infeasible sections early</a:t>
          </a:r>
        </a:p>
      </dgm:t>
    </dgm:pt>
    <dgm:pt modelId="{8B16121F-831E-4D8D-9A99-287BA51B850A}" type="parTrans" cxnId="{2AB6A4B9-FF16-407D-BD0D-1870AECD710B}">
      <dgm:prSet/>
      <dgm:spPr/>
      <dgm:t>
        <a:bodyPr/>
        <a:lstStyle/>
        <a:p>
          <a:endParaRPr lang="en-US"/>
        </a:p>
      </dgm:t>
    </dgm:pt>
    <dgm:pt modelId="{1ABA9641-B230-454F-8E8B-5FD04E0AB700}" type="sibTrans" cxnId="{2AB6A4B9-FF16-407D-BD0D-1870AECD710B}">
      <dgm:prSet/>
      <dgm:spPr/>
      <dgm:t>
        <a:bodyPr/>
        <a:lstStyle/>
        <a:p>
          <a:endParaRPr lang="en-US"/>
        </a:p>
      </dgm:t>
    </dgm:pt>
    <dgm:pt modelId="{50F8CAD7-59D8-48AE-B0DC-23C9F4FBDFA1}">
      <dgm:prSet/>
      <dgm:spPr/>
      <dgm:t>
        <a:bodyPr/>
        <a:lstStyle/>
        <a:p>
          <a:pPr>
            <a:lnSpc>
              <a:spcPct val="100000"/>
            </a:lnSpc>
          </a:pPr>
          <a:r>
            <a:rPr lang="en-US" b="1" baseline="0"/>
            <a:t>Availability density</a:t>
          </a:r>
          <a:endParaRPr lang="en-US"/>
        </a:p>
      </dgm:t>
    </dgm:pt>
    <dgm:pt modelId="{EBE6C0F8-D0F4-48AC-B089-44087D7EB2B3}" type="parTrans" cxnId="{89730719-998F-43FA-896F-850001B36D61}">
      <dgm:prSet/>
      <dgm:spPr/>
      <dgm:t>
        <a:bodyPr/>
        <a:lstStyle/>
        <a:p>
          <a:endParaRPr lang="en-US"/>
        </a:p>
      </dgm:t>
    </dgm:pt>
    <dgm:pt modelId="{BC594964-D976-4648-8957-27208AFF9CB5}" type="sibTrans" cxnId="{89730719-998F-43FA-896F-850001B36D61}">
      <dgm:prSet/>
      <dgm:spPr/>
      <dgm:t>
        <a:bodyPr/>
        <a:lstStyle/>
        <a:p>
          <a:endParaRPr lang="en-US"/>
        </a:p>
      </dgm:t>
    </dgm:pt>
    <dgm:pt modelId="{0EC9C3A5-C5FB-4166-B451-447D638D5DA9}">
      <dgm:prSet/>
      <dgm:spPr/>
      <dgm:t>
        <a:bodyPr/>
        <a:lstStyle/>
        <a:p>
          <a:pPr>
            <a:lnSpc>
              <a:spcPct val="100000"/>
            </a:lnSpc>
          </a:pPr>
          <a:r>
            <a:rPr lang="en-US"/>
            <a:t>To identify instructors with limited time windows</a:t>
          </a:r>
        </a:p>
      </dgm:t>
    </dgm:pt>
    <dgm:pt modelId="{E70C5892-F89E-490F-AC49-A1044ACFD96E}" type="parTrans" cxnId="{EA7F5B11-4B74-4FFB-A6E3-1846528AC478}">
      <dgm:prSet/>
      <dgm:spPr/>
      <dgm:t>
        <a:bodyPr/>
        <a:lstStyle/>
        <a:p>
          <a:endParaRPr lang="en-US"/>
        </a:p>
      </dgm:t>
    </dgm:pt>
    <dgm:pt modelId="{BCD3B16D-CF95-44B4-B5D6-C8A4BCD3AD31}" type="sibTrans" cxnId="{EA7F5B11-4B74-4FFB-A6E3-1846528AC478}">
      <dgm:prSet/>
      <dgm:spPr/>
      <dgm:t>
        <a:bodyPr/>
        <a:lstStyle/>
        <a:p>
          <a:endParaRPr lang="en-US"/>
        </a:p>
      </dgm:t>
    </dgm:pt>
    <dgm:pt modelId="{0FBC3855-358E-4DB6-8FC8-5BDCA80C9110}">
      <dgm:prSet/>
      <dgm:spPr/>
      <dgm:t>
        <a:bodyPr/>
        <a:lstStyle/>
        <a:p>
          <a:pPr>
            <a:lnSpc>
              <a:spcPct val="100000"/>
            </a:lnSpc>
          </a:pPr>
          <a:r>
            <a:rPr lang="en-US" b="1" baseline="0"/>
            <a:t>Master vs Bachelor course distribution</a:t>
          </a:r>
          <a:endParaRPr lang="en-US"/>
        </a:p>
      </dgm:t>
    </dgm:pt>
    <dgm:pt modelId="{0B6AE79A-CD05-4D23-94BC-7865BAD05104}" type="parTrans" cxnId="{52E99DDA-6F91-4580-B1E4-FCD9043678FB}">
      <dgm:prSet/>
      <dgm:spPr/>
      <dgm:t>
        <a:bodyPr/>
        <a:lstStyle/>
        <a:p>
          <a:endParaRPr lang="en-US"/>
        </a:p>
      </dgm:t>
    </dgm:pt>
    <dgm:pt modelId="{FD831526-910F-4F55-B4F1-A560158EE71B}" type="sibTrans" cxnId="{52E99DDA-6F91-4580-B1E4-FCD9043678FB}">
      <dgm:prSet/>
      <dgm:spPr/>
      <dgm:t>
        <a:bodyPr/>
        <a:lstStyle/>
        <a:p>
          <a:endParaRPr lang="en-US"/>
        </a:p>
      </dgm:t>
    </dgm:pt>
    <dgm:pt modelId="{B1DE0C0A-B175-4C85-BA70-4CD7219EC6F9}">
      <dgm:prSet/>
      <dgm:spPr/>
      <dgm:t>
        <a:bodyPr/>
        <a:lstStyle/>
        <a:p>
          <a:pPr>
            <a:lnSpc>
              <a:spcPct val="100000"/>
            </a:lnSpc>
          </a:pPr>
          <a:r>
            <a:rPr lang="en-US"/>
            <a:t>To validate time-of-day constraints</a:t>
          </a:r>
        </a:p>
      </dgm:t>
    </dgm:pt>
    <dgm:pt modelId="{8653461A-41E0-4531-A091-20851C7580EB}" type="parTrans" cxnId="{873EE3C4-8809-4E7D-AA37-91957B385D00}">
      <dgm:prSet/>
      <dgm:spPr/>
      <dgm:t>
        <a:bodyPr/>
        <a:lstStyle/>
        <a:p>
          <a:endParaRPr lang="en-US"/>
        </a:p>
      </dgm:t>
    </dgm:pt>
    <dgm:pt modelId="{898221A5-0F63-41D3-9649-E91CF0185D0C}" type="sibTrans" cxnId="{873EE3C4-8809-4E7D-AA37-91957B385D00}">
      <dgm:prSet/>
      <dgm:spPr/>
      <dgm:t>
        <a:bodyPr/>
        <a:lstStyle/>
        <a:p>
          <a:endParaRPr lang="en-US"/>
        </a:p>
      </dgm:t>
    </dgm:pt>
    <dgm:pt modelId="{8A509881-74ED-4403-89CD-17368E8F11F4}">
      <dgm:prSet/>
      <dgm:spPr/>
      <dgm:t>
        <a:bodyPr/>
        <a:lstStyle/>
        <a:p>
          <a:pPr>
            <a:lnSpc>
              <a:spcPct val="100000"/>
            </a:lnSpc>
          </a:pPr>
          <a:r>
            <a:rPr lang="en-US" baseline="0"/>
            <a:t>Purpose: ensure </a:t>
          </a:r>
          <a:r>
            <a:rPr lang="en-US" b="1" baseline="0"/>
            <a:t>no empty domains</a:t>
          </a:r>
          <a:r>
            <a:rPr lang="en-US" baseline="0"/>
            <a:t> and detect unsatisfiable cases before search</a:t>
          </a:r>
          <a:endParaRPr lang="en-US"/>
        </a:p>
      </dgm:t>
    </dgm:pt>
    <dgm:pt modelId="{61C3C02E-51F1-4335-8154-A69985534FBA}" type="parTrans" cxnId="{0CAF5366-CDB0-4876-ABA7-C1977556FA5E}">
      <dgm:prSet/>
      <dgm:spPr/>
      <dgm:t>
        <a:bodyPr/>
        <a:lstStyle/>
        <a:p>
          <a:endParaRPr lang="en-US"/>
        </a:p>
      </dgm:t>
    </dgm:pt>
    <dgm:pt modelId="{56A6EBC4-C3C9-4320-8FCB-E3C70BDF4493}" type="sibTrans" cxnId="{0CAF5366-CDB0-4876-ABA7-C1977556FA5E}">
      <dgm:prSet/>
      <dgm:spPr/>
      <dgm:t>
        <a:bodyPr/>
        <a:lstStyle/>
        <a:p>
          <a:endParaRPr lang="en-US"/>
        </a:p>
      </dgm:t>
    </dgm:pt>
    <dgm:pt modelId="{3E1A6246-D612-4C59-B186-BB0DF6A5E478}" type="pres">
      <dgm:prSet presAssocID="{9627B2EF-7D90-40D4-8413-27143F09A823}" presName="root" presStyleCnt="0">
        <dgm:presLayoutVars>
          <dgm:dir/>
          <dgm:resizeHandles val="exact"/>
        </dgm:presLayoutVars>
      </dgm:prSet>
      <dgm:spPr/>
    </dgm:pt>
    <dgm:pt modelId="{AA55340D-724C-4B7A-B881-607258173A8D}" type="pres">
      <dgm:prSet presAssocID="{44BBA1C2-7A6A-4E9F-87B5-71CB17CB67F7}" presName="compNode" presStyleCnt="0"/>
      <dgm:spPr/>
    </dgm:pt>
    <dgm:pt modelId="{A9521ECC-FDCF-4C6B-972C-04F8AC16F2B9}" type="pres">
      <dgm:prSet presAssocID="{44BBA1C2-7A6A-4E9F-87B5-71CB17CB67F7}" presName="bgRect" presStyleLbl="bgShp" presStyleIdx="0" presStyleCnt="7"/>
      <dgm:spPr/>
    </dgm:pt>
    <dgm:pt modelId="{984C7B5D-DF4B-4532-AD87-3295931DAB72}" type="pres">
      <dgm:prSet presAssocID="{44BBA1C2-7A6A-4E9F-87B5-71CB17CB67F7}"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ey"/>
        </a:ext>
      </dgm:extLst>
    </dgm:pt>
    <dgm:pt modelId="{1C632579-DF1A-4D11-A5A6-D68D47516B74}" type="pres">
      <dgm:prSet presAssocID="{44BBA1C2-7A6A-4E9F-87B5-71CB17CB67F7}" presName="spaceRect" presStyleCnt="0"/>
      <dgm:spPr/>
    </dgm:pt>
    <dgm:pt modelId="{1EB190D4-646D-44FA-BA54-B0A26823F2E2}" type="pres">
      <dgm:prSet presAssocID="{44BBA1C2-7A6A-4E9F-87B5-71CB17CB67F7}" presName="parTx" presStyleLbl="revTx" presStyleIdx="0" presStyleCnt="12">
        <dgm:presLayoutVars>
          <dgm:chMax val="0"/>
          <dgm:chPref val="0"/>
        </dgm:presLayoutVars>
      </dgm:prSet>
      <dgm:spPr/>
    </dgm:pt>
    <dgm:pt modelId="{7210F27F-1927-4C2C-80A1-386DE8014878}" type="pres">
      <dgm:prSet presAssocID="{B1907133-9FD1-4D1D-8C1F-AD73B64E8995}" presName="sibTrans" presStyleCnt="0"/>
      <dgm:spPr/>
    </dgm:pt>
    <dgm:pt modelId="{EE8D097C-2DDE-4F45-83FC-064A153BA888}" type="pres">
      <dgm:prSet presAssocID="{ED2F333E-5ED0-4639-971E-F47D98743FF2}" presName="compNode" presStyleCnt="0"/>
      <dgm:spPr/>
    </dgm:pt>
    <dgm:pt modelId="{754C0A3A-0E4B-4330-A3AC-FDAFBD6C9929}" type="pres">
      <dgm:prSet presAssocID="{ED2F333E-5ED0-4639-971E-F47D98743FF2}" presName="bgRect" presStyleLbl="bgShp" presStyleIdx="1" presStyleCnt="7"/>
      <dgm:spPr/>
    </dgm:pt>
    <dgm:pt modelId="{45224483-9565-43B5-B98F-48A4090A1279}" type="pres">
      <dgm:prSet presAssocID="{ED2F333E-5ED0-4639-971E-F47D98743FF2}"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CBABBA15-9764-4F72-A73E-B0B9E3BC4774}" type="pres">
      <dgm:prSet presAssocID="{ED2F333E-5ED0-4639-971E-F47D98743FF2}" presName="spaceRect" presStyleCnt="0"/>
      <dgm:spPr/>
    </dgm:pt>
    <dgm:pt modelId="{ED5CFA06-BA1D-49E5-B766-D3D7212FACEB}" type="pres">
      <dgm:prSet presAssocID="{ED2F333E-5ED0-4639-971E-F47D98743FF2}" presName="parTx" presStyleLbl="revTx" presStyleIdx="1" presStyleCnt="12">
        <dgm:presLayoutVars>
          <dgm:chMax val="0"/>
          <dgm:chPref val="0"/>
        </dgm:presLayoutVars>
      </dgm:prSet>
      <dgm:spPr/>
    </dgm:pt>
    <dgm:pt modelId="{65055532-462F-4FAC-8A29-23C904A0278D}" type="pres">
      <dgm:prSet presAssocID="{ED2F333E-5ED0-4639-971E-F47D98743FF2}" presName="desTx" presStyleLbl="revTx" presStyleIdx="2" presStyleCnt="12">
        <dgm:presLayoutVars/>
      </dgm:prSet>
      <dgm:spPr/>
    </dgm:pt>
    <dgm:pt modelId="{27EF7AC2-91EE-4606-931F-B2734A161BC1}" type="pres">
      <dgm:prSet presAssocID="{9174F1B4-5875-4BC8-9822-FCED8FED2F17}" presName="sibTrans" presStyleCnt="0"/>
      <dgm:spPr/>
    </dgm:pt>
    <dgm:pt modelId="{6E4ED4FC-98D3-4C1D-91CA-38B336CF896D}" type="pres">
      <dgm:prSet presAssocID="{DE342676-5B0B-4940-B97A-50024BE22717}" presName="compNode" presStyleCnt="0"/>
      <dgm:spPr/>
    </dgm:pt>
    <dgm:pt modelId="{8598370D-7C31-4E48-BAAA-9B43B987E990}" type="pres">
      <dgm:prSet presAssocID="{DE342676-5B0B-4940-B97A-50024BE22717}" presName="bgRect" presStyleLbl="bgShp" presStyleIdx="2" presStyleCnt="7"/>
      <dgm:spPr/>
    </dgm:pt>
    <dgm:pt modelId="{36C146D9-8980-4F42-9E42-9ACC413CF2F6}" type="pres">
      <dgm:prSet presAssocID="{DE342676-5B0B-4940-B97A-50024BE22717}"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eacher"/>
        </a:ext>
      </dgm:extLst>
    </dgm:pt>
    <dgm:pt modelId="{4E65A428-286C-4CE9-ABF7-EEE4556CA51D}" type="pres">
      <dgm:prSet presAssocID="{DE342676-5B0B-4940-B97A-50024BE22717}" presName="spaceRect" presStyleCnt="0"/>
      <dgm:spPr/>
    </dgm:pt>
    <dgm:pt modelId="{DE5A29DB-F036-485C-BEBF-D89D78CA025F}" type="pres">
      <dgm:prSet presAssocID="{DE342676-5B0B-4940-B97A-50024BE22717}" presName="parTx" presStyleLbl="revTx" presStyleIdx="3" presStyleCnt="12">
        <dgm:presLayoutVars>
          <dgm:chMax val="0"/>
          <dgm:chPref val="0"/>
        </dgm:presLayoutVars>
      </dgm:prSet>
      <dgm:spPr/>
    </dgm:pt>
    <dgm:pt modelId="{8B2DF94D-4004-4911-835B-6743B0B4D3FD}" type="pres">
      <dgm:prSet presAssocID="{DE342676-5B0B-4940-B97A-50024BE22717}" presName="desTx" presStyleLbl="revTx" presStyleIdx="4" presStyleCnt="12">
        <dgm:presLayoutVars/>
      </dgm:prSet>
      <dgm:spPr/>
    </dgm:pt>
    <dgm:pt modelId="{19E67F3F-CC68-4193-ABB5-5E1B67EA09B0}" type="pres">
      <dgm:prSet presAssocID="{66678A1D-DD5C-479D-8ACC-54AD17AFFB73}" presName="sibTrans" presStyleCnt="0"/>
      <dgm:spPr/>
    </dgm:pt>
    <dgm:pt modelId="{E5386988-0F69-47B6-AFEA-919CEB7FAD63}" type="pres">
      <dgm:prSet presAssocID="{0F2E284E-9F39-41DC-8AA0-765435E86DCE}" presName="compNode" presStyleCnt="0"/>
      <dgm:spPr/>
    </dgm:pt>
    <dgm:pt modelId="{0CAB328A-39C3-46CE-82BC-2618169C923E}" type="pres">
      <dgm:prSet presAssocID="{0F2E284E-9F39-41DC-8AA0-765435E86DCE}" presName="bgRect" presStyleLbl="bgShp" presStyleIdx="3" presStyleCnt="7"/>
      <dgm:spPr/>
    </dgm:pt>
    <dgm:pt modelId="{FB98E9ED-C397-46A8-B096-5809EC82C28F}" type="pres">
      <dgm:prSet presAssocID="{0F2E284E-9F39-41DC-8AA0-765435E86DCE}"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9CD77FE8-536B-4088-89FC-5128BA985473}" type="pres">
      <dgm:prSet presAssocID="{0F2E284E-9F39-41DC-8AA0-765435E86DCE}" presName="spaceRect" presStyleCnt="0"/>
      <dgm:spPr/>
    </dgm:pt>
    <dgm:pt modelId="{E3806C0D-01F0-463A-8BE1-56E06B174FC4}" type="pres">
      <dgm:prSet presAssocID="{0F2E284E-9F39-41DC-8AA0-765435E86DCE}" presName="parTx" presStyleLbl="revTx" presStyleIdx="5" presStyleCnt="12">
        <dgm:presLayoutVars>
          <dgm:chMax val="0"/>
          <dgm:chPref val="0"/>
        </dgm:presLayoutVars>
      </dgm:prSet>
      <dgm:spPr/>
    </dgm:pt>
    <dgm:pt modelId="{551CFD46-FC44-48F6-A988-0BFB44100D57}" type="pres">
      <dgm:prSet presAssocID="{0F2E284E-9F39-41DC-8AA0-765435E86DCE}" presName="desTx" presStyleLbl="revTx" presStyleIdx="6" presStyleCnt="12">
        <dgm:presLayoutVars/>
      </dgm:prSet>
      <dgm:spPr/>
    </dgm:pt>
    <dgm:pt modelId="{A19A3BCD-6AA5-49C4-9C76-6A9BEE656ED1}" type="pres">
      <dgm:prSet presAssocID="{E2E309E5-D676-4B0D-9BC4-36D03F461DAB}" presName="sibTrans" presStyleCnt="0"/>
      <dgm:spPr/>
    </dgm:pt>
    <dgm:pt modelId="{50190E35-7B86-456D-A024-E3555E372A71}" type="pres">
      <dgm:prSet presAssocID="{50F8CAD7-59D8-48AE-B0DC-23C9F4FBDFA1}" presName="compNode" presStyleCnt="0"/>
      <dgm:spPr/>
    </dgm:pt>
    <dgm:pt modelId="{8867AFC8-6406-4A33-92F3-3F22C07F5A98}" type="pres">
      <dgm:prSet presAssocID="{50F8CAD7-59D8-48AE-B0DC-23C9F4FBDFA1}" presName="bgRect" presStyleLbl="bgShp" presStyleIdx="4" presStyleCnt="7"/>
      <dgm:spPr/>
    </dgm:pt>
    <dgm:pt modelId="{21CC75F2-D3D6-42DA-A2FD-A04E6D051C46}" type="pres">
      <dgm:prSet presAssocID="{50F8CAD7-59D8-48AE-B0DC-23C9F4FBDFA1}"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opwatch"/>
        </a:ext>
      </dgm:extLst>
    </dgm:pt>
    <dgm:pt modelId="{494AE8C3-B990-40C8-8D47-06562D5B2E9C}" type="pres">
      <dgm:prSet presAssocID="{50F8CAD7-59D8-48AE-B0DC-23C9F4FBDFA1}" presName="spaceRect" presStyleCnt="0"/>
      <dgm:spPr/>
    </dgm:pt>
    <dgm:pt modelId="{E7F63F96-A484-4E2C-87DD-A34CD535B710}" type="pres">
      <dgm:prSet presAssocID="{50F8CAD7-59D8-48AE-B0DC-23C9F4FBDFA1}" presName="parTx" presStyleLbl="revTx" presStyleIdx="7" presStyleCnt="12">
        <dgm:presLayoutVars>
          <dgm:chMax val="0"/>
          <dgm:chPref val="0"/>
        </dgm:presLayoutVars>
      </dgm:prSet>
      <dgm:spPr/>
    </dgm:pt>
    <dgm:pt modelId="{FE998D96-FAA1-42AB-BB65-700EE9A57886}" type="pres">
      <dgm:prSet presAssocID="{50F8CAD7-59D8-48AE-B0DC-23C9F4FBDFA1}" presName="desTx" presStyleLbl="revTx" presStyleIdx="8" presStyleCnt="12">
        <dgm:presLayoutVars/>
      </dgm:prSet>
      <dgm:spPr/>
    </dgm:pt>
    <dgm:pt modelId="{DA8882D0-8D75-4B6C-B014-FAF033A0476E}" type="pres">
      <dgm:prSet presAssocID="{BC594964-D976-4648-8957-27208AFF9CB5}" presName="sibTrans" presStyleCnt="0"/>
      <dgm:spPr/>
    </dgm:pt>
    <dgm:pt modelId="{E53532A2-6213-481D-BBEA-1A05E614033D}" type="pres">
      <dgm:prSet presAssocID="{0FBC3855-358E-4DB6-8FC8-5BDCA80C9110}" presName="compNode" presStyleCnt="0"/>
      <dgm:spPr/>
    </dgm:pt>
    <dgm:pt modelId="{0D893FFA-D2ED-4B2C-BABA-1A3C1C027767}" type="pres">
      <dgm:prSet presAssocID="{0FBC3855-358E-4DB6-8FC8-5BDCA80C9110}" presName="bgRect" presStyleLbl="bgShp" presStyleIdx="5" presStyleCnt="7"/>
      <dgm:spPr/>
    </dgm:pt>
    <dgm:pt modelId="{4AECCF86-1B56-479E-B564-A4C278F9E12B}" type="pres">
      <dgm:prSet presAssocID="{0FBC3855-358E-4DB6-8FC8-5BDCA80C9110}"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iploma Roll"/>
        </a:ext>
      </dgm:extLst>
    </dgm:pt>
    <dgm:pt modelId="{83D5FAE6-A1FE-4AF6-9CC5-1CA1375DD0BB}" type="pres">
      <dgm:prSet presAssocID="{0FBC3855-358E-4DB6-8FC8-5BDCA80C9110}" presName="spaceRect" presStyleCnt="0"/>
      <dgm:spPr/>
    </dgm:pt>
    <dgm:pt modelId="{95D716D7-C119-46BA-9580-C13D71514E00}" type="pres">
      <dgm:prSet presAssocID="{0FBC3855-358E-4DB6-8FC8-5BDCA80C9110}" presName="parTx" presStyleLbl="revTx" presStyleIdx="9" presStyleCnt="12">
        <dgm:presLayoutVars>
          <dgm:chMax val="0"/>
          <dgm:chPref val="0"/>
        </dgm:presLayoutVars>
      </dgm:prSet>
      <dgm:spPr/>
    </dgm:pt>
    <dgm:pt modelId="{0D151508-E1CD-4E39-B7B8-BF9B6B7B8E15}" type="pres">
      <dgm:prSet presAssocID="{0FBC3855-358E-4DB6-8FC8-5BDCA80C9110}" presName="desTx" presStyleLbl="revTx" presStyleIdx="10" presStyleCnt="12">
        <dgm:presLayoutVars/>
      </dgm:prSet>
      <dgm:spPr/>
    </dgm:pt>
    <dgm:pt modelId="{BAB3D5C4-D076-4E82-A07E-AC0B1608F1D9}" type="pres">
      <dgm:prSet presAssocID="{FD831526-910F-4F55-B4F1-A560158EE71B}" presName="sibTrans" presStyleCnt="0"/>
      <dgm:spPr/>
    </dgm:pt>
    <dgm:pt modelId="{8EC17F96-8AA0-4B6F-8CE0-C20F7278DF55}" type="pres">
      <dgm:prSet presAssocID="{8A509881-74ED-4403-89CD-17368E8F11F4}" presName="compNode" presStyleCnt="0"/>
      <dgm:spPr/>
    </dgm:pt>
    <dgm:pt modelId="{7E05D242-66DC-45DA-A6D5-70E302D23904}" type="pres">
      <dgm:prSet presAssocID="{8A509881-74ED-4403-89CD-17368E8F11F4}" presName="bgRect" presStyleLbl="bgShp" presStyleIdx="6" presStyleCnt="7"/>
      <dgm:spPr/>
    </dgm:pt>
    <dgm:pt modelId="{6E7CAA46-ECD7-4EEA-B843-C86F08115A58}" type="pres">
      <dgm:prSet presAssocID="{8A509881-74ED-4403-89CD-17368E8F11F4}"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Magnifying glass"/>
        </a:ext>
      </dgm:extLst>
    </dgm:pt>
    <dgm:pt modelId="{AE94BF0E-D115-4CFF-B990-B6A1C54EB34A}" type="pres">
      <dgm:prSet presAssocID="{8A509881-74ED-4403-89CD-17368E8F11F4}" presName="spaceRect" presStyleCnt="0"/>
      <dgm:spPr/>
    </dgm:pt>
    <dgm:pt modelId="{2E0951C7-738E-49F4-99C1-D995B7A8AD85}" type="pres">
      <dgm:prSet presAssocID="{8A509881-74ED-4403-89CD-17368E8F11F4}" presName="parTx" presStyleLbl="revTx" presStyleIdx="11" presStyleCnt="12">
        <dgm:presLayoutVars>
          <dgm:chMax val="0"/>
          <dgm:chPref val="0"/>
        </dgm:presLayoutVars>
      </dgm:prSet>
      <dgm:spPr/>
    </dgm:pt>
  </dgm:ptLst>
  <dgm:cxnLst>
    <dgm:cxn modelId="{71D86E00-03B4-4151-8F4C-3C76A020643B}" srcId="{9627B2EF-7D90-40D4-8413-27143F09A823}" destId="{44BBA1C2-7A6A-4E9F-87B5-71CB17CB67F7}" srcOrd="0" destOrd="0" parTransId="{C5DA9084-6ACA-4FD5-B773-0215452BEF2D}" sibTransId="{B1907133-9FD1-4D1D-8C1F-AD73B64E8995}"/>
    <dgm:cxn modelId="{75A20204-9684-46C8-83E9-385530F700C2}" srcId="{9627B2EF-7D90-40D4-8413-27143F09A823}" destId="{0F2E284E-9F39-41DC-8AA0-765435E86DCE}" srcOrd="3" destOrd="0" parTransId="{EF2E30FB-ACAF-4F1B-AE90-464669F37F54}" sibTransId="{E2E309E5-D676-4B0D-9BC4-36D03F461DAB}"/>
    <dgm:cxn modelId="{EA7F5B11-4B74-4FFB-A6E3-1846528AC478}" srcId="{50F8CAD7-59D8-48AE-B0DC-23C9F4FBDFA1}" destId="{0EC9C3A5-C5FB-4166-B451-447D638D5DA9}" srcOrd="0" destOrd="0" parTransId="{E70C5892-F89E-490F-AC49-A1044ACFD96E}" sibTransId="{BCD3B16D-CF95-44B4-B5D6-C8A4BCD3AD31}"/>
    <dgm:cxn modelId="{89730719-998F-43FA-896F-850001B36D61}" srcId="{9627B2EF-7D90-40D4-8413-27143F09A823}" destId="{50F8CAD7-59D8-48AE-B0DC-23C9F4FBDFA1}" srcOrd="4" destOrd="0" parTransId="{EBE6C0F8-D0F4-48AC-B089-44087D7EB2B3}" sibTransId="{BC594964-D976-4648-8957-27208AFF9CB5}"/>
    <dgm:cxn modelId="{53C44223-3D48-412D-82F8-3E6E9CEE6AC4}" type="presOf" srcId="{9627B2EF-7D90-40D4-8413-27143F09A823}" destId="{3E1A6246-D612-4C59-B186-BB0DF6A5E478}" srcOrd="0" destOrd="0" presId="urn:microsoft.com/office/officeart/2018/2/layout/IconVerticalSolidList"/>
    <dgm:cxn modelId="{C20DC223-06B3-47B1-AB5D-D5816F135A33}" type="presOf" srcId="{50F8CAD7-59D8-48AE-B0DC-23C9F4FBDFA1}" destId="{E7F63F96-A484-4E2C-87DD-A34CD535B710}" srcOrd="0" destOrd="0" presId="urn:microsoft.com/office/officeart/2018/2/layout/IconVerticalSolidList"/>
    <dgm:cxn modelId="{1DEB9233-86CB-4FD0-8B19-111285F09ACF}" type="presOf" srcId="{7E699F03-DEAF-4E25-806D-0502BFDCD6BA}" destId="{65055532-462F-4FAC-8A29-23C904A0278D}" srcOrd="0" destOrd="0" presId="urn:microsoft.com/office/officeart/2018/2/layout/IconVerticalSolidList"/>
    <dgm:cxn modelId="{E048B85B-C061-4F65-9EE8-07DE47DA2F87}" type="presOf" srcId="{B1DE0C0A-B175-4C85-BA70-4CD7219EC6F9}" destId="{0D151508-E1CD-4E39-B7B8-BF9B6B7B8E15}" srcOrd="0" destOrd="0" presId="urn:microsoft.com/office/officeart/2018/2/layout/IconVerticalSolidList"/>
    <dgm:cxn modelId="{85B2BA43-4F22-4A6A-A2D0-8F73F7FD3D30}" srcId="{9627B2EF-7D90-40D4-8413-27143F09A823}" destId="{ED2F333E-5ED0-4639-971E-F47D98743FF2}" srcOrd="1" destOrd="0" parTransId="{0FE44A05-42CC-40AC-99FF-1D769732E229}" sibTransId="{9174F1B4-5875-4BC8-9822-FCED8FED2F17}"/>
    <dgm:cxn modelId="{0CAF5366-CDB0-4876-ABA7-C1977556FA5E}" srcId="{9627B2EF-7D90-40D4-8413-27143F09A823}" destId="{8A509881-74ED-4403-89CD-17368E8F11F4}" srcOrd="6" destOrd="0" parTransId="{61C3C02E-51F1-4335-8154-A69985534FBA}" sibTransId="{56A6EBC4-C3C9-4320-8FCB-E3C70BDF4493}"/>
    <dgm:cxn modelId="{53F96A50-20D6-4B9C-8D8D-7867AE3A1D85}" type="presOf" srcId="{838E5897-3477-488D-8223-5B0E3A3483E4}" destId="{551CFD46-FC44-48F6-A988-0BFB44100D57}" srcOrd="0" destOrd="0" presId="urn:microsoft.com/office/officeart/2018/2/layout/IconVerticalSolidList"/>
    <dgm:cxn modelId="{B9491B56-5744-4DAF-9CF1-F769232DF7DD}" type="presOf" srcId="{0FBC3855-358E-4DB6-8FC8-5BDCA80C9110}" destId="{95D716D7-C119-46BA-9580-C13D71514E00}" srcOrd="0" destOrd="0" presId="urn:microsoft.com/office/officeart/2018/2/layout/IconVerticalSolidList"/>
    <dgm:cxn modelId="{825E7F7A-25D3-439C-996A-ADBD45E369CA}" srcId="{ED2F333E-5ED0-4639-971E-F47D98743FF2}" destId="{7E699F03-DEAF-4E25-806D-0502BFDCD6BA}" srcOrd="0" destOrd="0" parTransId="{C3AD9B8B-C2F7-4B72-B1E7-F87C0D3079B9}" sibTransId="{936EBAFF-BB9C-45FA-9117-EE3F1F307507}"/>
    <dgm:cxn modelId="{E31D8B7C-2A90-4A28-9248-E1F46D03520B}" type="presOf" srcId="{0EC9C3A5-C5FB-4166-B451-447D638D5DA9}" destId="{FE998D96-FAA1-42AB-BB65-700EE9A57886}" srcOrd="0" destOrd="0" presId="urn:microsoft.com/office/officeart/2018/2/layout/IconVerticalSolidList"/>
    <dgm:cxn modelId="{6755677D-E2BB-4FD9-8731-DDB3A9F3CEA1}" type="presOf" srcId="{0F2E284E-9F39-41DC-8AA0-765435E86DCE}" destId="{E3806C0D-01F0-463A-8BE1-56E06B174FC4}" srcOrd="0" destOrd="0" presId="urn:microsoft.com/office/officeart/2018/2/layout/IconVerticalSolidList"/>
    <dgm:cxn modelId="{BFE8649C-9F8A-49BB-B459-D91C2F0F191F}" type="presOf" srcId="{DE342676-5B0B-4940-B97A-50024BE22717}" destId="{DE5A29DB-F036-485C-BEBF-D89D78CA025F}" srcOrd="0" destOrd="0" presId="urn:microsoft.com/office/officeart/2018/2/layout/IconVerticalSolidList"/>
    <dgm:cxn modelId="{72E09F9F-FE13-4413-A5B2-573B88B1544F}" type="presOf" srcId="{ED2F333E-5ED0-4639-971E-F47D98743FF2}" destId="{ED5CFA06-BA1D-49E5-B766-D3D7212FACEB}" srcOrd="0" destOrd="0" presId="urn:microsoft.com/office/officeart/2018/2/layout/IconVerticalSolidList"/>
    <dgm:cxn modelId="{0ACDAFA6-06E7-4670-B237-B3CEF0D4052E}" srcId="{DE342676-5B0B-4940-B97A-50024BE22717}" destId="{E458DAD7-8D93-473A-BE14-946A6D688988}" srcOrd="0" destOrd="0" parTransId="{5ED77A90-9935-40D9-8606-7A3EA6945A38}" sibTransId="{0F10CF64-D69E-4887-BA12-20CDCBF659F0}"/>
    <dgm:cxn modelId="{37EADAB6-5D2F-40C3-B44D-294C99BA2B79}" type="presOf" srcId="{8A509881-74ED-4403-89CD-17368E8F11F4}" destId="{2E0951C7-738E-49F4-99C1-D995B7A8AD85}" srcOrd="0" destOrd="0" presId="urn:microsoft.com/office/officeart/2018/2/layout/IconVerticalSolidList"/>
    <dgm:cxn modelId="{2AB6A4B9-FF16-407D-BD0D-1870AECD710B}" srcId="{0F2E284E-9F39-41DC-8AA0-765435E86DCE}" destId="{838E5897-3477-488D-8223-5B0E3A3483E4}" srcOrd="0" destOrd="0" parTransId="{8B16121F-831E-4D8D-9A99-287BA51B850A}" sibTransId="{1ABA9641-B230-454F-8E8B-5FD04E0AB700}"/>
    <dgm:cxn modelId="{873EE3C4-8809-4E7D-AA37-91957B385D00}" srcId="{0FBC3855-358E-4DB6-8FC8-5BDCA80C9110}" destId="{B1DE0C0A-B175-4C85-BA70-4CD7219EC6F9}" srcOrd="0" destOrd="0" parTransId="{8653461A-41E0-4531-A091-20851C7580EB}" sibTransId="{898221A5-0F63-41D3-9649-E91CF0185D0C}"/>
    <dgm:cxn modelId="{805314C7-C73B-4BEF-B472-A5B47A73875D}" srcId="{9627B2EF-7D90-40D4-8413-27143F09A823}" destId="{DE342676-5B0B-4940-B97A-50024BE22717}" srcOrd="2" destOrd="0" parTransId="{678E38BC-55C1-4359-A1C2-46D889BF0751}" sibTransId="{66678A1D-DD5C-479D-8ACC-54AD17AFFB73}"/>
    <dgm:cxn modelId="{96A09CD4-C480-44BB-B825-94243250DABC}" type="presOf" srcId="{44BBA1C2-7A6A-4E9F-87B5-71CB17CB67F7}" destId="{1EB190D4-646D-44FA-BA54-B0A26823F2E2}" srcOrd="0" destOrd="0" presId="urn:microsoft.com/office/officeart/2018/2/layout/IconVerticalSolidList"/>
    <dgm:cxn modelId="{52E99DDA-6F91-4580-B1E4-FCD9043678FB}" srcId="{9627B2EF-7D90-40D4-8413-27143F09A823}" destId="{0FBC3855-358E-4DB6-8FC8-5BDCA80C9110}" srcOrd="5" destOrd="0" parTransId="{0B6AE79A-CD05-4D23-94BC-7865BAD05104}" sibTransId="{FD831526-910F-4F55-B4F1-A560158EE71B}"/>
    <dgm:cxn modelId="{E6F726DD-BDA9-43F5-889E-6DD2F8326286}" type="presOf" srcId="{E458DAD7-8D93-473A-BE14-946A6D688988}" destId="{8B2DF94D-4004-4911-835B-6743B0B4D3FD}" srcOrd="0" destOrd="0" presId="urn:microsoft.com/office/officeart/2018/2/layout/IconVerticalSolidList"/>
    <dgm:cxn modelId="{4846805D-1D7B-4BF5-A8C1-333D40DC926A}" type="presParOf" srcId="{3E1A6246-D612-4C59-B186-BB0DF6A5E478}" destId="{AA55340D-724C-4B7A-B881-607258173A8D}" srcOrd="0" destOrd="0" presId="urn:microsoft.com/office/officeart/2018/2/layout/IconVerticalSolidList"/>
    <dgm:cxn modelId="{1AD6206F-E6AB-49DA-BB40-D2C321B71C8D}" type="presParOf" srcId="{AA55340D-724C-4B7A-B881-607258173A8D}" destId="{A9521ECC-FDCF-4C6B-972C-04F8AC16F2B9}" srcOrd="0" destOrd="0" presId="urn:microsoft.com/office/officeart/2018/2/layout/IconVerticalSolidList"/>
    <dgm:cxn modelId="{C23D44E8-404C-4FE5-BC7D-F12CA5479516}" type="presParOf" srcId="{AA55340D-724C-4B7A-B881-607258173A8D}" destId="{984C7B5D-DF4B-4532-AD87-3295931DAB72}" srcOrd="1" destOrd="0" presId="urn:microsoft.com/office/officeart/2018/2/layout/IconVerticalSolidList"/>
    <dgm:cxn modelId="{CDE77EA7-A939-4611-9B1C-1866AC6DA6B3}" type="presParOf" srcId="{AA55340D-724C-4B7A-B881-607258173A8D}" destId="{1C632579-DF1A-4D11-A5A6-D68D47516B74}" srcOrd="2" destOrd="0" presId="urn:microsoft.com/office/officeart/2018/2/layout/IconVerticalSolidList"/>
    <dgm:cxn modelId="{747DDF50-DEA9-4ED2-AC9C-F9670685D3E5}" type="presParOf" srcId="{AA55340D-724C-4B7A-B881-607258173A8D}" destId="{1EB190D4-646D-44FA-BA54-B0A26823F2E2}" srcOrd="3" destOrd="0" presId="urn:microsoft.com/office/officeart/2018/2/layout/IconVerticalSolidList"/>
    <dgm:cxn modelId="{F4841DFD-A948-49E0-981A-200FBA618064}" type="presParOf" srcId="{3E1A6246-D612-4C59-B186-BB0DF6A5E478}" destId="{7210F27F-1927-4C2C-80A1-386DE8014878}" srcOrd="1" destOrd="0" presId="urn:microsoft.com/office/officeart/2018/2/layout/IconVerticalSolidList"/>
    <dgm:cxn modelId="{FEE83AD8-469A-4CE5-88C1-F7D44372D051}" type="presParOf" srcId="{3E1A6246-D612-4C59-B186-BB0DF6A5E478}" destId="{EE8D097C-2DDE-4F45-83FC-064A153BA888}" srcOrd="2" destOrd="0" presId="urn:microsoft.com/office/officeart/2018/2/layout/IconVerticalSolidList"/>
    <dgm:cxn modelId="{32E5197E-762A-4FCE-82C9-38EA3D255E05}" type="presParOf" srcId="{EE8D097C-2DDE-4F45-83FC-064A153BA888}" destId="{754C0A3A-0E4B-4330-A3AC-FDAFBD6C9929}" srcOrd="0" destOrd="0" presId="urn:microsoft.com/office/officeart/2018/2/layout/IconVerticalSolidList"/>
    <dgm:cxn modelId="{D886E0C9-1EBE-4E91-879D-5E200D69E9C8}" type="presParOf" srcId="{EE8D097C-2DDE-4F45-83FC-064A153BA888}" destId="{45224483-9565-43B5-B98F-48A4090A1279}" srcOrd="1" destOrd="0" presId="urn:microsoft.com/office/officeart/2018/2/layout/IconVerticalSolidList"/>
    <dgm:cxn modelId="{9E80B517-3EDE-43A0-8C62-FC0D1B9EBD12}" type="presParOf" srcId="{EE8D097C-2DDE-4F45-83FC-064A153BA888}" destId="{CBABBA15-9764-4F72-A73E-B0B9E3BC4774}" srcOrd="2" destOrd="0" presId="urn:microsoft.com/office/officeart/2018/2/layout/IconVerticalSolidList"/>
    <dgm:cxn modelId="{2A042285-EAF8-4D01-AAB7-F10220795CE5}" type="presParOf" srcId="{EE8D097C-2DDE-4F45-83FC-064A153BA888}" destId="{ED5CFA06-BA1D-49E5-B766-D3D7212FACEB}" srcOrd="3" destOrd="0" presId="urn:microsoft.com/office/officeart/2018/2/layout/IconVerticalSolidList"/>
    <dgm:cxn modelId="{DFEE4A5D-0806-47C4-B02B-FFBDBD6DB53B}" type="presParOf" srcId="{EE8D097C-2DDE-4F45-83FC-064A153BA888}" destId="{65055532-462F-4FAC-8A29-23C904A0278D}" srcOrd="4" destOrd="0" presId="urn:microsoft.com/office/officeart/2018/2/layout/IconVerticalSolidList"/>
    <dgm:cxn modelId="{FA4C48F0-5C47-45BF-9382-34D12D4E92C0}" type="presParOf" srcId="{3E1A6246-D612-4C59-B186-BB0DF6A5E478}" destId="{27EF7AC2-91EE-4606-931F-B2734A161BC1}" srcOrd="3" destOrd="0" presId="urn:microsoft.com/office/officeart/2018/2/layout/IconVerticalSolidList"/>
    <dgm:cxn modelId="{ECA6DEB6-31A4-4E10-953B-5C1609DFF7E9}" type="presParOf" srcId="{3E1A6246-D612-4C59-B186-BB0DF6A5E478}" destId="{6E4ED4FC-98D3-4C1D-91CA-38B336CF896D}" srcOrd="4" destOrd="0" presId="urn:microsoft.com/office/officeart/2018/2/layout/IconVerticalSolidList"/>
    <dgm:cxn modelId="{7D5CC80E-CE90-4E77-AD53-4EA3BE731B55}" type="presParOf" srcId="{6E4ED4FC-98D3-4C1D-91CA-38B336CF896D}" destId="{8598370D-7C31-4E48-BAAA-9B43B987E990}" srcOrd="0" destOrd="0" presId="urn:microsoft.com/office/officeart/2018/2/layout/IconVerticalSolidList"/>
    <dgm:cxn modelId="{21EB6C7E-88BB-4003-89EB-7CED1444DAB7}" type="presParOf" srcId="{6E4ED4FC-98D3-4C1D-91CA-38B336CF896D}" destId="{36C146D9-8980-4F42-9E42-9ACC413CF2F6}" srcOrd="1" destOrd="0" presId="urn:microsoft.com/office/officeart/2018/2/layout/IconVerticalSolidList"/>
    <dgm:cxn modelId="{FEAF1B03-8A0B-4879-BC38-1240CE860B8A}" type="presParOf" srcId="{6E4ED4FC-98D3-4C1D-91CA-38B336CF896D}" destId="{4E65A428-286C-4CE9-ABF7-EEE4556CA51D}" srcOrd="2" destOrd="0" presId="urn:microsoft.com/office/officeart/2018/2/layout/IconVerticalSolidList"/>
    <dgm:cxn modelId="{F8AF1B08-14C2-4308-BE56-BC8994048423}" type="presParOf" srcId="{6E4ED4FC-98D3-4C1D-91CA-38B336CF896D}" destId="{DE5A29DB-F036-485C-BEBF-D89D78CA025F}" srcOrd="3" destOrd="0" presId="urn:microsoft.com/office/officeart/2018/2/layout/IconVerticalSolidList"/>
    <dgm:cxn modelId="{D688D52B-B9A9-4597-B470-AF8086F6D837}" type="presParOf" srcId="{6E4ED4FC-98D3-4C1D-91CA-38B336CF896D}" destId="{8B2DF94D-4004-4911-835B-6743B0B4D3FD}" srcOrd="4" destOrd="0" presId="urn:microsoft.com/office/officeart/2018/2/layout/IconVerticalSolidList"/>
    <dgm:cxn modelId="{F111C41C-83A6-44DE-9D55-BF7134EF1B46}" type="presParOf" srcId="{3E1A6246-D612-4C59-B186-BB0DF6A5E478}" destId="{19E67F3F-CC68-4193-ABB5-5E1B67EA09B0}" srcOrd="5" destOrd="0" presId="urn:microsoft.com/office/officeart/2018/2/layout/IconVerticalSolidList"/>
    <dgm:cxn modelId="{324513D4-A948-4E9C-80D2-BC5A08EC19F9}" type="presParOf" srcId="{3E1A6246-D612-4C59-B186-BB0DF6A5E478}" destId="{E5386988-0F69-47B6-AFEA-919CEB7FAD63}" srcOrd="6" destOrd="0" presId="urn:microsoft.com/office/officeart/2018/2/layout/IconVerticalSolidList"/>
    <dgm:cxn modelId="{D05C1852-F8F2-4B93-A53D-8364AC17AB85}" type="presParOf" srcId="{E5386988-0F69-47B6-AFEA-919CEB7FAD63}" destId="{0CAB328A-39C3-46CE-82BC-2618169C923E}" srcOrd="0" destOrd="0" presId="urn:microsoft.com/office/officeart/2018/2/layout/IconVerticalSolidList"/>
    <dgm:cxn modelId="{3560F7FF-CADF-423A-BF22-339D43A09853}" type="presParOf" srcId="{E5386988-0F69-47B6-AFEA-919CEB7FAD63}" destId="{FB98E9ED-C397-46A8-B096-5809EC82C28F}" srcOrd="1" destOrd="0" presId="urn:microsoft.com/office/officeart/2018/2/layout/IconVerticalSolidList"/>
    <dgm:cxn modelId="{D0C095BA-1638-4BDF-A176-D1B96057C642}" type="presParOf" srcId="{E5386988-0F69-47B6-AFEA-919CEB7FAD63}" destId="{9CD77FE8-536B-4088-89FC-5128BA985473}" srcOrd="2" destOrd="0" presId="urn:microsoft.com/office/officeart/2018/2/layout/IconVerticalSolidList"/>
    <dgm:cxn modelId="{0B1D21C1-DC41-4BE6-B68A-D18BE0587753}" type="presParOf" srcId="{E5386988-0F69-47B6-AFEA-919CEB7FAD63}" destId="{E3806C0D-01F0-463A-8BE1-56E06B174FC4}" srcOrd="3" destOrd="0" presId="urn:microsoft.com/office/officeart/2018/2/layout/IconVerticalSolidList"/>
    <dgm:cxn modelId="{2A328BD4-39F4-4216-B132-46D78D260D38}" type="presParOf" srcId="{E5386988-0F69-47B6-AFEA-919CEB7FAD63}" destId="{551CFD46-FC44-48F6-A988-0BFB44100D57}" srcOrd="4" destOrd="0" presId="urn:microsoft.com/office/officeart/2018/2/layout/IconVerticalSolidList"/>
    <dgm:cxn modelId="{338C2624-A0EC-443E-A64D-0510BB196BDA}" type="presParOf" srcId="{3E1A6246-D612-4C59-B186-BB0DF6A5E478}" destId="{A19A3BCD-6AA5-49C4-9C76-6A9BEE656ED1}" srcOrd="7" destOrd="0" presId="urn:microsoft.com/office/officeart/2018/2/layout/IconVerticalSolidList"/>
    <dgm:cxn modelId="{BE20B8DA-6039-496E-B93A-F2C61A045BC4}" type="presParOf" srcId="{3E1A6246-D612-4C59-B186-BB0DF6A5E478}" destId="{50190E35-7B86-456D-A024-E3555E372A71}" srcOrd="8" destOrd="0" presId="urn:microsoft.com/office/officeart/2018/2/layout/IconVerticalSolidList"/>
    <dgm:cxn modelId="{129B64B2-CA08-4AA5-B093-62552E5BE5B9}" type="presParOf" srcId="{50190E35-7B86-456D-A024-E3555E372A71}" destId="{8867AFC8-6406-4A33-92F3-3F22C07F5A98}" srcOrd="0" destOrd="0" presId="urn:microsoft.com/office/officeart/2018/2/layout/IconVerticalSolidList"/>
    <dgm:cxn modelId="{0EE1A499-793B-4B64-83C1-80D1B06F3C3D}" type="presParOf" srcId="{50190E35-7B86-456D-A024-E3555E372A71}" destId="{21CC75F2-D3D6-42DA-A2FD-A04E6D051C46}" srcOrd="1" destOrd="0" presId="urn:microsoft.com/office/officeart/2018/2/layout/IconVerticalSolidList"/>
    <dgm:cxn modelId="{0B8D4CCE-F166-40A8-A328-76526A9DA556}" type="presParOf" srcId="{50190E35-7B86-456D-A024-E3555E372A71}" destId="{494AE8C3-B990-40C8-8D47-06562D5B2E9C}" srcOrd="2" destOrd="0" presId="urn:microsoft.com/office/officeart/2018/2/layout/IconVerticalSolidList"/>
    <dgm:cxn modelId="{2E72EB4D-4156-496A-BF98-3E5AE370F62B}" type="presParOf" srcId="{50190E35-7B86-456D-A024-E3555E372A71}" destId="{E7F63F96-A484-4E2C-87DD-A34CD535B710}" srcOrd="3" destOrd="0" presId="urn:microsoft.com/office/officeart/2018/2/layout/IconVerticalSolidList"/>
    <dgm:cxn modelId="{93E80B09-DDCD-4776-B876-BF68CB978BA7}" type="presParOf" srcId="{50190E35-7B86-456D-A024-E3555E372A71}" destId="{FE998D96-FAA1-42AB-BB65-700EE9A57886}" srcOrd="4" destOrd="0" presId="urn:microsoft.com/office/officeart/2018/2/layout/IconVerticalSolidList"/>
    <dgm:cxn modelId="{F7FAB565-867F-4C38-841D-B41E1DA83267}" type="presParOf" srcId="{3E1A6246-D612-4C59-B186-BB0DF6A5E478}" destId="{DA8882D0-8D75-4B6C-B014-FAF033A0476E}" srcOrd="9" destOrd="0" presId="urn:microsoft.com/office/officeart/2018/2/layout/IconVerticalSolidList"/>
    <dgm:cxn modelId="{8E0F93EA-0073-4993-A180-B0F470FFA7A9}" type="presParOf" srcId="{3E1A6246-D612-4C59-B186-BB0DF6A5E478}" destId="{E53532A2-6213-481D-BBEA-1A05E614033D}" srcOrd="10" destOrd="0" presId="urn:microsoft.com/office/officeart/2018/2/layout/IconVerticalSolidList"/>
    <dgm:cxn modelId="{79E024DC-9AC8-4B46-BBCB-7DA212B25484}" type="presParOf" srcId="{E53532A2-6213-481D-BBEA-1A05E614033D}" destId="{0D893FFA-D2ED-4B2C-BABA-1A3C1C027767}" srcOrd="0" destOrd="0" presId="urn:microsoft.com/office/officeart/2018/2/layout/IconVerticalSolidList"/>
    <dgm:cxn modelId="{13DDA189-43F1-4673-86FE-6AB7E678069A}" type="presParOf" srcId="{E53532A2-6213-481D-BBEA-1A05E614033D}" destId="{4AECCF86-1B56-479E-B564-A4C278F9E12B}" srcOrd="1" destOrd="0" presId="urn:microsoft.com/office/officeart/2018/2/layout/IconVerticalSolidList"/>
    <dgm:cxn modelId="{E2F0D204-5405-45A1-95FB-BAA5B5D30607}" type="presParOf" srcId="{E53532A2-6213-481D-BBEA-1A05E614033D}" destId="{83D5FAE6-A1FE-4AF6-9CC5-1CA1375DD0BB}" srcOrd="2" destOrd="0" presId="urn:microsoft.com/office/officeart/2018/2/layout/IconVerticalSolidList"/>
    <dgm:cxn modelId="{DB859CED-8AFE-42F8-A588-192925ABC7D6}" type="presParOf" srcId="{E53532A2-6213-481D-BBEA-1A05E614033D}" destId="{95D716D7-C119-46BA-9580-C13D71514E00}" srcOrd="3" destOrd="0" presId="urn:microsoft.com/office/officeart/2018/2/layout/IconVerticalSolidList"/>
    <dgm:cxn modelId="{B62FC55B-88F3-4286-87B0-E25E8F6F18F2}" type="presParOf" srcId="{E53532A2-6213-481D-BBEA-1A05E614033D}" destId="{0D151508-E1CD-4E39-B7B8-BF9B6B7B8E15}" srcOrd="4" destOrd="0" presId="urn:microsoft.com/office/officeart/2018/2/layout/IconVerticalSolidList"/>
    <dgm:cxn modelId="{D22FB061-AA0F-44DC-97E9-F145822339DA}" type="presParOf" srcId="{3E1A6246-D612-4C59-B186-BB0DF6A5E478}" destId="{BAB3D5C4-D076-4E82-A07E-AC0B1608F1D9}" srcOrd="11" destOrd="0" presId="urn:microsoft.com/office/officeart/2018/2/layout/IconVerticalSolidList"/>
    <dgm:cxn modelId="{B1E0E3E6-1BC2-4C50-8A3B-0DA893844950}" type="presParOf" srcId="{3E1A6246-D612-4C59-B186-BB0DF6A5E478}" destId="{8EC17F96-8AA0-4B6F-8CE0-C20F7278DF55}" srcOrd="12" destOrd="0" presId="urn:microsoft.com/office/officeart/2018/2/layout/IconVerticalSolidList"/>
    <dgm:cxn modelId="{C9202350-2FE9-4742-958A-8CD69FCF8C4A}" type="presParOf" srcId="{8EC17F96-8AA0-4B6F-8CE0-C20F7278DF55}" destId="{7E05D242-66DC-45DA-A6D5-70E302D23904}" srcOrd="0" destOrd="0" presId="urn:microsoft.com/office/officeart/2018/2/layout/IconVerticalSolidList"/>
    <dgm:cxn modelId="{54A3008D-CFA1-4644-B6D7-1E756785FAA2}" type="presParOf" srcId="{8EC17F96-8AA0-4B6F-8CE0-C20F7278DF55}" destId="{6E7CAA46-ECD7-4EEA-B843-C86F08115A58}" srcOrd="1" destOrd="0" presId="urn:microsoft.com/office/officeart/2018/2/layout/IconVerticalSolidList"/>
    <dgm:cxn modelId="{769BECF4-FDD7-4511-A3B3-68D10345A9DC}" type="presParOf" srcId="{8EC17F96-8AA0-4B6F-8CE0-C20F7278DF55}" destId="{AE94BF0E-D115-4CFF-B990-B6A1C54EB34A}" srcOrd="2" destOrd="0" presId="urn:microsoft.com/office/officeart/2018/2/layout/IconVerticalSolidList"/>
    <dgm:cxn modelId="{CD440EAA-459D-4F07-A743-F8A9DC32188F}" type="presParOf" srcId="{8EC17F96-8AA0-4B6F-8CE0-C20F7278DF55}" destId="{2E0951C7-738E-49F4-99C1-D995B7A8AD8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93211E7-5337-43C9-9C05-E6EB1BB86B13}" type="doc">
      <dgm:prSet loTypeId="urn:microsoft.com/office/officeart/2016/7/layout/VerticalHollowActionList" loCatId="List" qsTypeId="urn:microsoft.com/office/officeart/2005/8/quickstyle/simple2" qsCatId="simple" csTypeId="urn:microsoft.com/office/officeart/2005/8/colors/accent6_2" csCatId="accent6" phldr="1"/>
      <dgm:spPr/>
      <dgm:t>
        <a:bodyPr/>
        <a:lstStyle/>
        <a:p>
          <a:endParaRPr lang="en-US"/>
        </a:p>
      </dgm:t>
    </dgm:pt>
    <dgm:pt modelId="{118161ED-66F9-413E-857F-47CB33D964EA}">
      <dgm:prSet/>
      <dgm:spPr/>
      <dgm:t>
        <a:bodyPr/>
        <a:lstStyle/>
        <a:p>
          <a:r>
            <a:rPr lang="en-US" b="1"/>
            <a:t>Algorithm Steps</a:t>
          </a:r>
          <a:endParaRPr lang="en-US"/>
        </a:p>
      </dgm:t>
    </dgm:pt>
    <dgm:pt modelId="{8486C06C-7752-4485-921A-90509616D6ED}" type="parTrans" cxnId="{FA3CCAAF-CB5C-45A8-A938-1DC3EEE39944}">
      <dgm:prSet/>
      <dgm:spPr/>
      <dgm:t>
        <a:bodyPr/>
        <a:lstStyle/>
        <a:p>
          <a:endParaRPr lang="en-US"/>
        </a:p>
      </dgm:t>
    </dgm:pt>
    <dgm:pt modelId="{C7C754B3-5F9D-4144-9B14-BE0C007EAA7D}" type="sibTrans" cxnId="{FA3CCAAF-CB5C-45A8-A938-1DC3EEE39944}">
      <dgm:prSet/>
      <dgm:spPr/>
      <dgm:t>
        <a:bodyPr/>
        <a:lstStyle/>
        <a:p>
          <a:endParaRPr lang="en-US"/>
        </a:p>
      </dgm:t>
    </dgm:pt>
    <dgm:pt modelId="{3E0D98BB-D308-4C50-A7C0-26BA629FA15D}">
      <dgm:prSet/>
      <dgm:spPr/>
      <dgm:t>
        <a:bodyPr/>
        <a:lstStyle/>
        <a:p>
          <a:r>
            <a:rPr lang="en-US" b="1" dirty="0"/>
            <a:t>Initialize domains</a:t>
          </a:r>
          <a:r>
            <a:rPr lang="en-US" dirty="0"/>
            <a:t> for all meeting variables using preprocessed data</a:t>
          </a:r>
        </a:p>
      </dgm:t>
    </dgm:pt>
    <dgm:pt modelId="{CD155916-63C3-4245-8D21-7DE9E4EA5D0A}" type="parTrans" cxnId="{EC0A9AC3-AA6C-474D-A5D4-7998C1374DEB}">
      <dgm:prSet/>
      <dgm:spPr/>
      <dgm:t>
        <a:bodyPr/>
        <a:lstStyle/>
        <a:p>
          <a:endParaRPr lang="en-US"/>
        </a:p>
      </dgm:t>
    </dgm:pt>
    <dgm:pt modelId="{C555AEE8-015D-48FA-9141-67C42F23CED0}" type="sibTrans" cxnId="{EC0A9AC3-AA6C-474D-A5D4-7998C1374DEB}">
      <dgm:prSet/>
      <dgm:spPr/>
      <dgm:t>
        <a:bodyPr/>
        <a:lstStyle/>
        <a:p>
          <a:endParaRPr lang="en-US"/>
        </a:p>
      </dgm:t>
    </dgm:pt>
    <dgm:pt modelId="{1D90EB54-086B-4A3B-8B55-86BC247EFE2E}">
      <dgm:prSet/>
      <dgm:spPr/>
      <dgm:t>
        <a:bodyPr/>
        <a:lstStyle/>
        <a:p>
          <a:r>
            <a:rPr lang="en-US" b="1" dirty="0"/>
            <a:t>Select a variable</a:t>
          </a:r>
          <a:r>
            <a:rPr lang="en-US" dirty="0"/>
            <a:t> using </a:t>
          </a:r>
          <a:r>
            <a:rPr lang="en-US" b="1" dirty="0"/>
            <a:t>Minimum Remaining Values (MRV)</a:t>
          </a:r>
          <a:endParaRPr lang="en-US" dirty="0"/>
        </a:p>
      </dgm:t>
    </dgm:pt>
    <dgm:pt modelId="{A9FF9B98-ADD1-4D2D-BEC8-11D9863A3D70}" type="parTrans" cxnId="{59A93D87-5938-4117-A090-88A97EDB7904}">
      <dgm:prSet/>
      <dgm:spPr/>
      <dgm:t>
        <a:bodyPr/>
        <a:lstStyle/>
        <a:p>
          <a:endParaRPr lang="en-US"/>
        </a:p>
      </dgm:t>
    </dgm:pt>
    <dgm:pt modelId="{CD0DBD90-35D4-4F48-AD32-8D333AE1CF57}" type="sibTrans" cxnId="{59A93D87-5938-4117-A090-88A97EDB7904}">
      <dgm:prSet/>
      <dgm:spPr/>
      <dgm:t>
        <a:bodyPr/>
        <a:lstStyle/>
        <a:p>
          <a:endParaRPr lang="en-US"/>
        </a:p>
      </dgm:t>
    </dgm:pt>
    <dgm:pt modelId="{80989674-591D-4024-8B46-62A108ABD433}">
      <dgm:prSet/>
      <dgm:spPr/>
      <dgm:t>
        <a:bodyPr/>
        <a:lstStyle/>
        <a:p>
          <a:r>
            <a:rPr lang="en-US" b="1"/>
            <a:t>Order values</a:t>
          </a:r>
          <a:r>
            <a:rPr lang="en-US"/>
            <a:t> using </a:t>
          </a:r>
          <a:r>
            <a:rPr lang="en-US" b="1"/>
            <a:t>Least Constraining Value (LCV)</a:t>
          </a:r>
          <a:endParaRPr lang="en-US"/>
        </a:p>
      </dgm:t>
    </dgm:pt>
    <dgm:pt modelId="{8B31CA91-5DD3-49F4-9F03-063B77E44223}" type="parTrans" cxnId="{83A9208E-DBF5-4531-9BE0-850458C66507}">
      <dgm:prSet/>
      <dgm:spPr/>
      <dgm:t>
        <a:bodyPr/>
        <a:lstStyle/>
        <a:p>
          <a:endParaRPr lang="en-US"/>
        </a:p>
      </dgm:t>
    </dgm:pt>
    <dgm:pt modelId="{C6CCB30D-07ED-4957-8DA3-00411649EA10}" type="sibTrans" cxnId="{83A9208E-DBF5-4531-9BE0-850458C66507}">
      <dgm:prSet/>
      <dgm:spPr/>
      <dgm:t>
        <a:bodyPr/>
        <a:lstStyle/>
        <a:p>
          <a:endParaRPr lang="en-US"/>
        </a:p>
      </dgm:t>
    </dgm:pt>
    <dgm:pt modelId="{ADC04087-4A32-48ED-957B-30F1B76837FB}">
      <dgm:prSet/>
      <dgm:spPr/>
      <dgm:t>
        <a:bodyPr/>
        <a:lstStyle/>
        <a:p>
          <a:r>
            <a:rPr lang="en-US" b="1" dirty="0"/>
            <a:t>Check hard constraints</a:t>
          </a:r>
          <a:r>
            <a:rPr lang="en-US" dirty="0"/>
            <a:t> (conflict, availability, academic rules)</a:t>
          </a:r>
        </a:p>
      </dgm:t>
    </dgm:pt>
    <dgm:pt modelId="{44E46149-77F9-4053-9D35-B8798A346E2D}" type="parTrans" cxnId="{DF17CC2F-3FF7-4CF3-8EEC-6B0C43F7CE58}">
      <dgm:prSet/>
      <dgm:spPr/>
      <dgm:t>
        <a:bodyPr/>
        <a:lstStyle/>
        <a:p>
          <a:endParaRPr lang="en-US"/>
        </a:p>
      </dgm:t>
    </dgm:pt>
    <dgm:pt modelId="{3655BF70-AC99-497F-B32B-E72B6841BFD1}" type="sibTrans" cxnId="{DF17CC2F-3FF7-4CF3-8EEC-6B0C43F7CE58}">
      <dgm:prSet/>
      <dgm:spPr/>
      <dgm:t>
        <a:bodyPr/>
        <a:lstStyle/>
        <a:p>
          <a:endParaRPr lang="en-US"/>
        </a:p>
      </dgm:t>
    </dgm:pt>
    <dgm:pt modelId="{49C164D9-EACE-4734-AA70-0E4221934075}">
      <dgm:prSet/>
      <dgm:spPr/>
      <dgm:t>
        <a:bodyPr/>
        <a:lstStyle/>
        <a:p>
          <a:r>
            <a:rPr lang="en-US" b="1"/>
            <a:t>Accumulate soft constraint penalties</a:t>
          </a:r>
          <a:endParaRPr lang="en-US"/>
        </a:p>
      </dgm:t>
    </dgm:pt>
    <dgm:pt modelId="{517506B6-B89D-4145-9516-4F89D301D1DD}" type="parTrans" cxnId="{C05D0D85-514C-4495-A516-2DF72B5E875A}">
      <dgm:prSet/>
      <dgm:spPr/>
      <dgm:t>
        <a:bodyPr/>
        <a:lstStyle/>
        <a:p>
          <a:endParaRPr lang="en-US"/>
        </a:p>
      </dgm:t>
    </dgm:pt>
    <dgm:pt modelId="{551255E4-38EC-4C72-9721-E3C47B1ED23D}" type="sibTrans" cxnId="{C05D0D85-514C-4495-A516-2DF72B5E875A}">
      <dgm:prSet/>
      <dgm:spPr/>
      <dgm:t>
        <a:bodyPr/>
        <a:lstStyle/>
        <a:p>
          <a:endParaRPr lang="en-US"/>
        </a:p>
      </dgm:t>
    </dgm:pt>
    <dgm:pt modelId="{66ECC206-739D-4A2E-B4B3-BFC2272E0BF5}">
      <dgm:prSet/>
      <dgm:spPr/>
      <dgm:t>
        <a:bodyPr/>
        <a:lstStyle/>
        <a:p>
          <a:r>
            <a:rPr lang="en-US" b="1"/>
            <a:t>Apply Branch &amp; Bound pruning</a:t>
          </a:r>
          <a:endParaRPr lang="en-US"/>
        </a:p>
      </dgm:t>
    </dgm:pt>
    <dgm:pt modelId="{88BD5B74-28D1-4849-B3B0-B9B965973B83}" type="parTrans" cxnId="{0D99D953-A349-4319-9969-E14E74117663}">
      <dgm:prSet/>
      <dgm:spPr/>
      <dgm:t>
        <a:bodyPr/>
        <a:lstStyle/>
        <a:p>
          <a:endParaRPr lang="en-US"/>
        </a:p>
      </dgm:t>
    </dgm:pt>
    <dgm:pt modelId="{1DF88765-80E2-4FF2-BD2D-ECDDB98CE917}" type="sibTrans" cxnId="{0D99D953-A349-4319-9969-E14E74117663}">
      <dgm:prSet/>
      <dgm:spPr/>
      <dgm:t>
        <a:bodyPr/>
        <a:lstStyle/>
        <a:p>
          <a:endParaRPr lang="en-US"/>
        </a:p>
      </dgm:t>
    </dgm:pt>
    <dgm:pt modelId="{6BECFE15-15EB-4A2B-A724-4A32626A1CCD}">
      <dgm:prSet/>
      <dgm:spPr/>
      <dgm:t>
        <a:bodyPr/>
        <a:lstStyle/>
        <a:p>
          <a:r>
            <a:rPr lang="en-US" b="1"/>
            <a:t>Backtrack</a:t>
          </a:r>
          <a:r>
            <a:rPr lang="en-US"/>
            <a:t> until time limit or best solution is found</a:t>
          </a:r>
        </a:p>
      </dgm:t>
    </dgm:pt>
    <dgm:pt modelId="{2F6C6342-F944-4E4C-BA15-394420F91CBB}" type="parTrans" cxnId="{235F7C53-F759-40A8-BD82-3FD277249E92}">
      <dgm:prSet/>
      <dgm:spPr/>
      <dgm:t>
        <a:bodyPr/>
        <a:lstStyle/>
        <a:p>
          <a:endParaRPr lang="en-US"/>
        </a:p>
      </dgm:t>
    </dgm:pt>
    <dgm:pt modelId="{8688A14C-0E22-4077-A4FF-BC573B4B3930}" type="sibTrans" cxnId="{235F7C53-F759-40A8-BD82-3FD277249E92}">
      <dgm:prSet/>
      <dgm:spPr/>
      <dgm:t>
        <a:bodyPr/>
        <a:lstStyle/>
        <a:p>
          <a:endParaRPr lang="en-US"/>
        </a:p>
      </dgm:t>
    </dgm:pt>
    <dgm:pt modelId="{6D48549C-E82F-49C3-85EB-5E0A29AAD645}">
      <dgm:prSet/>
      <dgm:spPr/>
      <dgm:t>
        <a:bodyPr/>
        <a:lstStyle/>
        <a:p>
          <a:r>
            <a:rPr lang="en-US" b="1"/>
            <a:t>Heuristics Used</a:t>
          </a:r>
          <a:endParaRPr lang="en-US"/>
        </a:p>
      </dgm:t>
    </dgm:pt>
    <dgm:pt modelId="{A36EED95-08F5-49BC-A3F7-634F518FD23B}" type="parTrans" cxnId="{5F7FE64C-4146-44E6-B2E1-76A83049C1A0}">
      <dgm:prSet/>
      <dgm:spPr/>
      <dgm:t>
        <a:bodyPr/>
        <a:lstStyle/>
        <a:p>
          <a:endParaRPr lang="en-US"/>
        </a:p>
      </dgm:t>
    </dgm:pt>
    <dgm:pt modelId="{452DD73B-95D8-44CA-AFC4-7F528E27F3AF}" type="sibTrans" cxnId="{5F7FE64C-4146-44E6-B2E1-76A83049C1A0}">
      <dgm:prSet/>
      <dgm:spPr/>
      <dgm:t>
        <a:bodyPr/>
        <a:lstStyle/>
        <a:p>
          <a:endParaRPr lang="en-US"/>
        </a:p>
      </dgm:t>
    </dgm:pt>
    <dgm:pt modelId="{A9FD5976-0FA7-4CAD-9E1F-24B2A637D487}">
      <dgm:prSet/>
      <dgm:spPr/>
      <dgm:t>
        <a:bodyPr/>
        <a:lstStyle/>
        <a:p>
          <a:r>
            <a:rPr lang="en-US" b="1" dirty="0"/>
            <a:t>MRV</a:t>
          </a:r>
          <a:r>
            <a:rPr lang="en-US" dirty="0"/>
            <a:t>: selects the most constrained meeting first</a:t>
          </a:r>
        </a:p>
      </dgm:t>
    </dgm:pt>
    <dgm:pt modelId="{BB9EE0C3-4417-4F9F-B821-04FD4D9D9C94}" type="parTrans" cxnId="{8DA4A30D-FAB9-4921-80B9-7EC0D7892F24}">
      <dgm:prSet/>
      <dgm:spPr/>
      <dgm:t>
        <a:bodyPr/>
        <a:lstStyle/>
        <a:p>
          <a:endParaRPr lang="en-US"/>
        </a:p>
      </dgm:t>
    </dgm:pt>
    <dgm:pt modelId="{D7C83B79-1A71-4FA6-A0A4-29D5D7F04A21}" type="sibTrans" cxnId="{8DA4A30D-FAB9-4921-80B9-7EC0D7892F24}">
      <dgm:prSet/>
      <dgm:spPr/>
      <dgm:t>
        <a:bodyPr/>
        <a:lstStyle/>
        <a:p>
          <a:endParaRPr lang="en-US"/>
        </a:p>
      </dgm:t>
    </dgm:pt>
    <dgm:pt modelId="{CE66889F-2F7F-4D91-824F-611A127B8C2B}">
      <dgm:prSet/>
      <dgm:spPr/>
      <dgm:t>
        <a:bodyPr/>
        <a:lstStyle/>
        <a:p>
          <a:r>
            <a:rPr lang="en-US" b="1"/>
            <a:t>LCV</a:t>
          </a:r>
          <a:r>
            <a:rPr lang="en-US"/>
            <a:t>: prefers assignments that restrict future choices least</a:t>
          </a:r>
        </a:p>
      </dgm:t>
    </dgm:pt>
    <dgm:pt modelId="{782E939F-4F97-46FA-A3B9-87CE09126B99}" type="parTrans" cxnId="{33D926CD-0362-4384-B4ED-A9E7DDB168E9}">
      <dgm:prSet/>
      <dgm:spPr/>
      <dgm:t>
        <a:bodyPr/>
        <a:lstStyle/>
        <a:p>
          <a:endParaRPr lang="en-US"/>
        </a:p>
      </dgm:t>
    </dgm:pt>
    <dgm:pt modelId="{A798554A-7322-40B4-B6EE-D927BF7EE150}" type="sibTrans" cxnId="{33D926CD-0362-4384-B4ED-A9E7DDB168E9}">
      <dgm:prSet/>
      <dgm:spPr/>
      <dgm:t>
        <a:bodyPr/>
        <a:lstStyle/>
        <a:p>
          <a:endParaRPr lang="en-US"/>
        </a:p>
      </dgm:t>
    </dgm:pt>
    <dgm:pt modelId="{ADD70B86-52C9-488E-B0E7-BED5B0AB4C57}">
      <dgm:prSet/>
      <dgm:spPr/>
      <dgm:t>
        <a:bodyPr/>
        <a:lstStyle/>
        <a:p>
          <a:r>
            <a:rPr lang="en-US" b="1"/>
            <a:t>Branch &amp; Bound</a:t>
          </a:r>
          <a:r>
            <a:rPr lang="en-US"/>
            <a:t>: prunes solutions worse than the current best</a:t>
          </a:r>
        </a:p>
      </dgm:t>
    </dgm:pt>
    <dgm:pt modelId="{787E4EBB-856E-4276-BC16-7CAEBEB816B9}" type="parTrans" cxnId="{865DD54D-BAB5-4F46-8038-29AF783B4040}">
      <dgm:prSet/>
      <dgm:spPr/>
      <dgm:t>
        <a:bodyPr/>
        <a:lstStyle/>
        <a:p>
          <a:endParaRPr lang="en-US"/>
        </a:p>
      </dgm:t>
    </dgm:pt>
    <dgm:pt modelId="{12673207-6980-4404-9F48-232F913159EF}" type="sibTrans" cxnId="{865DD54D-BAB5-4F46-8038-29AF783B4040}">
      <dgm:prSet/>
      <dgm:spPr/>
      <dgm:t>
        <a:bodyPr/>
        <a:lstStyle/>
        <a:p>
          <a:endParaRPr lang="en-US"/>
        </a:p>
      </dgm:t>
    </dgm:pt>
    <dgm:pt modelId="{C35FE5B9-F10A-4C0D-B8F9-4AD317C33FAC}">
      <dgm:prSet/>
      <dgm:spPr/>
      <dgm:t>
        <a:bodyPr/>
        <a:lstStyle/>
        <a:p>
          <a:r>
            <a:rPr lang="en-US" b="1"/>
            <a:t>Optimization Objective</a:t>
          </a:r>
          <a:endParaRPr lang="en-US"/>
        </a:p>
      </dgm:t>
    </dgm:pt>
    <dgm:pt modelId="{D11EC8FF-6F22-42A3-AE3A-E3ACB1AC03F3}" type="parTrans" cxnId="{BC6917CE-BC82-484A-B4A0-C6949437EC67}">
      <dgm:prSet/>
      <dgm:spPr/>
      <dgm:t>
        <a:bodyPr/>
        <a:lstStyle/>
        <a:p>
          <a:endParaRPr lang="en-US"/>
        </a:p>
      </dgm:t>
    </dgm:pt>
    <dgm:pt modelId="{024057FF-8637-469A-927E-C1498A06194C}" type="sibTrans" cxnId="{BC6917CE-BC82-484A-B4A0-C6949437EC67}">
      <dgm:prSet/>
      <dgm:spPr/>
      <dgm:t>
        <a:bodyPr/>
        <a:lstStyle/>
        <a:p>
          <a:endParaRPr lang="en-US"/>
        </a:p>
      </dgm:t>
    </dgm:pt>
    <dgm:pt modelId="{3A81E211-DE2C-4B84-9AB5-C8F849D134D0}">
      <dgm:prSet/>
      <dgm:spPr/>
      <dgm:t>
        <a:bodyPr/>
        <a:lstStyle/>
        <a:p>
          <a:r>
            <a:rPr lang="en-US" dirty="0"/>
            <a:t>Minimize total penalty while satisfying all hard constraints.</a:t>
          </a:r>
        </a:p>
      </dgm:t>
    </dgm:pt>
    <dgm:pt modelId="{D73335A2-B787-4055-9C7A-85714606D128}" type="parTrans" cxnId="{CED6E947-6076-4CD8-B852-A869D761A4AB}">
      <dgm:prSet/>
      <dgm:spPr/>
      <dgm:t>
        <a:bodyPr/>
        <a:lstStyle/>
        <a:p>
          <a:endParaRPr lang="en-US"/>
        </a:p>
      </dgm:t>
    </dgm:pt>
    <dgm:pt modelId="{14CD9F8F-FBF6-450B-9459-BAEFACC3D0F8}" type="sibTrans" cxnId="{CED6E947-6076-4CD8-B852-A869D761A4AB}">
      <dgm:prSet/>
      <dgm:spPr/>
      <dgm:t>
        <a:bodyPr/>
        <a:lstStyle/>
        <a:p>
          <a:endParaRPr lang="en-US"/>
        </a:p>
      </dgm:t>
    </dgm:pt>
    <dgm:pt modelId="{C0B3C5B0-75E4-44AD-9F27-90D4A2E6F3AE}">
      <dgm:prSet/>
      <dgm:spPr/>
      <dgm:t>
        <a:bodyPr/>
        <a:lstStyle/>
        <a:p>
          <a:r>
            <a:rPr lang="en-US" dirty="0"/>
            <a:t>We solve the problem as a soft constraint satisfaction problem using backtracking. At each step, we select the most constrained meeting variable using MRV and try values ordered by LCV to minimize future conflicts. Hard constraints are enforced strictly, while soft constraints contribute to a penalty function. Branch and bound pruning allows us to discard partial solutions that cannot outperform the current best solution, enabling us to find low-penalty schedules within a fixed time limit.</a:t>
          </a:r>
        </a:p>
      </dgm:t>
    </dgm:pt>
    <dgm:pt modelId="{3DB35DC0-E95F-410B-8C1C-A28B6CD360CF}" type="parTrans" cxnId="{6DE117A4-C8D2-44CD-8B34-91B3659F885D}">
      <dgm:prSet/>
      <dgm:spPr/>
      <dgm:t>
        <a:bodyPr/>
        <a:lstStyle/>
        <a:p>
          <a:endParaRPr lang="en-US"/>
        </a:p>
      </dgm:t>
    </dgm:pt>
    <dgm:pt modelId="{9FA613C5-F445-41E5-8AD3-F6C18208FE19}" type="sibTrans" cxnId="{6DE117A4-C8D2-44CD-8B34-91B3659F885D}">
      <dgm:prSet/>
      <dgm:spPr/>
      <dgm:t>
        <a:bodyPr/>
        <a:lstStyle/>
        <a:p>
          <a:endParaRPr lang="en-US"/>
        </a:p>
      </dgm:t>
    </dgm:pt>
    <dgm:pt modelId="{7BBA18AA-B892-4E76-A792-79CC943A060A}" type="pres">
      <dgm:prSet presAssocID="{F93211E7-5337-43C9-9C05-E6EB1BB86B13}" presName="Name0" presStyleCnt="0">
        <dgm:presLayoutVars>
          <dgm:dir/>
          <dgm:animLvl val="lvl"/>
          <dgm:resizeHandles val="exact"/>
        </dgm:presLayoutVars>
      </dgm:prSet>
      <dgm:spPr/>
    </dgm:pt>
    <dgm:pt modelId="{45D366AF-4E53-493B-905C-78D615425FC4}" type="pres">
      <dgm:prSet presAssocID="{118161ED-66F9-413E-857F-47CB33D964EA}" presName="linNode" presStyleCnt="0"/>
      <dgm:spPr/>
    </dgm:pt>
    <dgm:pt modelId="{CB1DFE71-25AA-46E6-BB9A-152848097137}" type="pres">
      <dgm:prSet presAssocID="{118161ED-66F9-413E-857F-47CB33D964EA}" presName="parentText" presStyleLbl="solidFgAcc1" presStyleIdx="0" presStyleCnt="3">
        <dgm:presLayoutVars>
          <dgm:chMax val="1"/>
          <dgm:bulletEnabled/>
        </dgm:presLayoutVars>
      </dgm:prSet>
      <dgm:spPr/>
    </dgm:pt>
    <dgm:pt modelId="{D3E19421-B65D-4696-A806-45B4B2ECC386}" type="pres">
      <dgm:prSet presAssocID="{118161ED-66F9-413E-857F-47CB33D964EA}" presName="descendantText" presStyleLbl="alignNode1" presStyleIdx="0" presStyleCnt="3">
        <dgm:presLayoutVars>
          <dgm:bulletEnabled/>
        </dgm:presLayoutVars>
      </dgm:prSet>
      <dgm:spPr/>
    </dgm:pt>
    <dgm:pt modelId="{65588FF9-4FF6-41B1-B2BE-828D97608764}" type="pres">
      <dgm:prSet presAssocID="{C7C754B3-5F9D-4144-9B14-BE0C007EAA7D}" presName="sp" presStyleCnt="0"/>
      <dgm:spPr/>
    </dgm:pt>
    <dgm:pt modelId="{57D041CF-BB98-417E-9F57-923FEBA8862B}" type="pres">
      <dgm:prSet presAssocID="{6D48549C-E82F-49C3-85EB-5E0A29AAD645}" presName="linNode" presStyleCnt="0"/>
      <dgm:spPr/>
    </dgm:pt>
    <dgm:pt modelId="{3745E72F-0F31-4C30-9C1C-027E4E1C4643}" type="pres">
      <dgm:prSet presAssocID="{6D48549C-E82F-49C3-85EB-5E0A29AAD645}" presName="parentText" presStyleLbl="solidFgAcc1" presStyleIdx="1" presStyleCnt="3">
        <dgm:presLayoutVars>
          <dgm:chMax val="1"/>
          <dgm:bulletEnabled/>
        </dgm:presLayoutVars>
      </dgm:prSet>
      <dgm:spPr/>
    </dgm:pt>
    <dgm:pt modelId="{BD83A102-BA8E-4A12-8021-4CAB92A82F32}" type="pres">
      <dgm:prSet presAssocID="{6D48549C-E82F-49C3-85EB-5E0A29AAD645}" presName="descendantText" presStyleLbl="alignNode1" presStyleIdx="1" presStyleCnt="3">
        <dgm:presLayoutVars>
          <dgm:bulletEnabled/>
        </dgm:presLayoutVars>
      </dgm:prSet>
      <dgm:spPr/>
    </dgm:pt>
    <dgm:pt modelId="{9259D0E9-748C-4D5C-8E61-1C8D4F5BC78E}" type="pres">
      <dgm:prSet presAssocID="{452DD73B-95D8-44CA-AFC4-7F528E27F3AF}" presName="sp" presStyleCnt="0"/>
      <dgm:spPr/>
    </dgm:pt>
    <dgm:pt modelId="{01E65E4B-A94D-4BDD-884B-26BAE9F0F871}" type="pres">
      <dgm:prSet presAssocID="{C35FE5B9-F10A-4C0D-B8F9-4AD317C33FAC}" presName="linNode" presStyleCnt="0"/>
      <dgm:spPr/>
    </dgm:pt>
    <dgm:pt modelId="{308CAFE1-1EC7-4A50-A424-C1E8318160EA}" type="pres">
      <dgm:prSet presAssocID="{C35FE5B9-F10A-4C0D-B8F9-4AD317C33FAC}" presName="parentText" presStyleLbl="solidFgAcc1" presStyleIdx="2" presStyleCnt="3">
        <dgm:presLayoutVars>
          <dgm:chMax val="1"/>
          <dgm:bulletEnabled/>
        </dgm:presLayoutVars>
      </dgm:prSet>
      <dgm:spPr/>
    </dgm:pt>
    <dgm:pt modelId="{4B3976B2-1AF6-475F-AB2B-FB13E693D8A5}" type="pres">
      <dgm:prSet presAssocID="{C35FE5B9-F10A-4C0D-B8F9-4AD317C33FAC}" presName="descendantText" presStyleLbl="alignNode1" presStyleIdx="2" presStyleCnt="3">
        <dgm:presLayoutVars>
          <dgm:bulletEnabled/>
        </dgm:presLayoutVars>
      </dgm:prSet>
      <dgm:spPr/>
    </dgm:pt>
  </dgm:ptLst>
  <dgm:cxnLst>
    <dgm:cxn modelId="{8DA4A30D-FAB9-4921-80B9-7EC0D7892F24}" srcId="{6D48549C-E82F-49C3-85EB-5E0A29AAD645}" destId="{A9FD5976-0FA7-4CAD-9E1F-24B2A637D487}" srcOrd="0" destOrd="0" parTransId="{BB9EE0C3-4417-4F9F-B821-04FD4D9D9C94}" sibTransId="{D7C83B79-1A71-4FA6-A0A4-29D5D7F04A21}"/>
    <dgm:cxn modelId="{05B7AC1E-932A-4D5F-9B44-1A2E466187C7}" type="presOf" srcId="{C0B3C5B0-75E4-44AD-9F27-90D4A2E6F3AE}" destId="{4B3976B2-1AF6-475F-AB2B-FB13E693D8A5}" srcOrd="0" destOrd="1" presId="urn:microsoft.com/office/officeart/2016/7/layout/VerticalHollowActionList"/>
    <dgm:cxn modelId="{22C90222-EC36-4A08-9834-E1F2B4AB678A}" type="presOf" srcId="{A9FD5976-0FA7-4CAD-9E1F-24B2A637D487}" destId="{BD83A102-BA8E-4A12-8021-4CAB92A82F32}" srcOrd="0" destOrd="0" presId="urn:microsoft.com/office/officeart/2016/7/layout/VerticalHollowActionList"/>
    <dgm:cxn modelId="{6BE47C22-78A2-48BA-B0BA-6F6A0C6630DD}" type="presOf" srcId="{3E0D98BB-D308-4C50-A7C0-26BA629FA15D}" destId="{D3E19421-B65D-4696-A806-45B4B2ECC386}" srcOrd="0" destOrd="0" presId="urn:microsoft.com/office/officeart/2016/7/layout/VerticalHollowActionList"/>
    <dgm:cxn modelId="{DF17CC2F-3FF7-4CF3-8EEC-6B0C43F7CE58}" srcId="{118161ED-66F9-413E-857F-47CB33D964EA}" destId="{ADC04087-4A32-48ED-957B-30F1B76837FB}" srcOrd="3" destOrd="0" parTransId="{44E46149-77F9-4053-9D35-B8798A346E2D}" sibTransId="{3655BF70-AC99-497F-B32B-E72B6841BFD1}"/>
    <dgm:cxn modelId="{A68C635D-C488-44AF-BCE1-935AB38536AE}" type="presOf" srcId="{66ECC206-739D-4A2E-B4B3-BFC2272E0BF5}" destId="{D3E19421-B65D-4696-A806-45B4B2ECC386}" srcOrd="0" destOrd="5" presId="urn:microsoft.com/office/officeart/2016/7/layout/VerticalHollowActionList"/>
    <dgm:cxn modelId="{9106195F-40DC-4208-982A-B54B404C8522}" type="presOf" srcId="{ADD70B86-52C9-488E-B0E7-BED5B0AB4C57}" destId="{BD83A102-BA8E-4A12-8021-4CAB92A82F32}" srcOrd="0" destOrd="2" presId="urn:microsoft.com/office/officeart/2016/7/layout/VerticalHollowActionList"/>
    <dgm:cxn modelId="{D4E0AD41-47EE-4341-A636-6F21DE047A30}" type="presOf" srcId="{F93211E7-5337-43C9-9C05-E6EB1BB86B13}" destId="{7BBA18AA-B892-4E76-A792-79CC943A060A}" srcOrd="0" destOrd="0" presId="urn:microsoft.com/office/officeart/2016/7/layout/VerticalHollowActionList"/>
    <dgm:cxn modelId="{F683F042-F5CB-4380-BA1B-56DF8814C85B}" type="presOf" srcId="{6D48549C-E82F-49C3-85EB-5E0A29AAD645}" destId="{3745E72F-0F31-4C30-9C1C-027E4E1C4643}" srcOrd="0" destOrd="0" presId="urn:microsoft.com/office/officeart/2016/7/layout/VerticalHollowActionList"/>
    <dgm:cxn modelId="{CED6E947-6076-4CD8-B852-A869D761A4AB}" srcId="{C35FE5B9-F10A-4C0D-B8F9-4AD317C33FAC}" destId="{3A81E211-DE2C-4B84-9AB5-C8F849D134D0}" srcOrd="0" destOrd="0" parTransId="{D73335A2-B787-4055-9C7A-85714606D128}" sibTransId="{14CD9F8F-FBF6-450B-9459-BAEFACC3D0F8}"/>
    <dgm:cxn modelId="{5F7FE64C-4146-44E6-B2E1-76A83049C1A0}" srcId="{F93211E7-5337-43C9-9C05-E6EB1BB86B13}" destId="{6D48549C-E82F-49C3-85EB-5E0A29AAD645}" srcOrd="1" destOrd="0" parTransId="{A36EED95-08F5-49BC-A3F7-634F518FD23B}" sibTransId="{452DD73B-95D8-44CA-AFC4-7F528E27F3AF}"/>
    <dgm:cxn modelId="{865DD54D-BAB5-4F46-8038-29AF783B4040}" srcId="{6D48549C-E82F-49C3-85EB-5E0A29AAD645}" destId="{ADD70B86-52C9-488E-B0E7-BED5B0AB4C57}" srcOrd="2" destOrd="0" parTransId="{787E4EBB-856E-4276-BC16-7CAEBEB816B9}" sibTransId="{12673207-6980-4404-9F48-232F913159EF}"/>
    <dgm:cxn modelId="{235F7C53-F759-40A8-BD82-3FD277249E92}" srcId="{118161ED-66F9-413E-857F-47CB33D964EA}" destId="{6BECFE15-15EB-4A2B-A724-4A32626A1CCD}" srcOrd="6" destOrd="0" parTransId="{2F6C6342-F944-4E4C-BA15-394420F91CBB}" sibTransId="{8688A14C-0E22-4077-A4FF-BC573B4B3930}"/>
    <dgm:cxn modelId="{0D99D953-A349-4319-9969-E14E74117663}" srcId="{118161ED-66F9-413E-857F-47CB33D964EA}" destId="{66ECC206-739D-4A2E-B4B3-BFC2272E0BF5}" srcOrd="5" destOrd="0" parTransId="{88BD5B74-28D1-4849-B3B0-B9B965973B83}" sibTransId="{1DF88765-80E2-4FF2-BD2D-ECDDB98CE917}"/>
    <dgm:cxn modelId="{F9863977-C77F-47D1-941F-5DFA1F656A1D}" type="presOf" srcId="{C35FE5B9-F10A-4C0D-B8F9-4AD317C33FAC}" destId="{308CAFE1-1EC7-4A50-A424-C1E8318160EA}" srcOrd="0" destOrd="0" presId="urn:microsoft.com/office/officeart/2016/7/layout/VerticalHollowActionList"/>
    <dgm:cxn modelId="{DEC02B7B-ED72-4205-8195-31EA8FFC5E4B}" type="presOf" srcId="{49C164D9-EACE-4734-AA70-0E4221934075}" destId="{D3E19421-B65D-4696-A806-45B4B2ECC386}" srcOrd="0" destOrd="4" presId="urn:microsoft.com/office/officeart/2016/7/layout/VerticalHollowActionList"/>
    <dgm:cxn modelId="{C05D0D85-514C-4495-A516-2DF72B5E875A}" srcId="{118161ED-66F9-413E-857F-47CB33D964EA}" destId="{49C164D9-EACE-4734-AA70-0E4221934075}" srcOrd="4" destOrd="0" parTransId="{517506B6-B89D-4145-9516-4F89D301D1DD}" sibTransId="{551255E4-38EC-4C72-9721-E3C47B1ED23D}"/>
    <dgm:cxn modelId="{59A93D87-5938-4117-A090-88A97EDB7904}" srcId="{118161ED-66F9-413E-857F-47CB33D964EA}" destId="{1D90EB54-086B-4A3B-8B55-86BC247EFE2E}" srcOrd="1" destOrd="0" parTransId="{A9FF9B98-ADD1-4D2D-BEC8-11D9863A3D70}" sibTransId="{CD0DBD90-35D4-4F48-AD32-8D333AE1CF57}"/>
    <dgm:cxn modelId="{83A9208E-DBF5-4531-9BE0-850458C66507}" srcId="{118161ED-66F9-413E-857F-47CB33D964EA}" destId="{80989674-591D-4024-8B46-62A108ABD433}" srcOrd="2" destOrd="0" parTransId="{8B31CA91-5DD3-49F4-9F03-063B77E44223}" sibTransId="{C6CCB30D-07ED-4957-8DA3-00411649EA10}"/>
    <dgm:cxn modelId="{9FF98692-B8D5-4374-933A-36481BE7CA3D}" type="presOf" srcId="{CE66889F-2F7F-4D91-824F-611A127B8C2B}" destId="{BD83A102-BA8E-4A12-8021-4CAB92A82F32}" srcOrd="0" destOrd="1" presId="urn:microsoft.com/office/officeart/2016/7/layout/VerticalHollowActionList"/>
    <dgm:cxn modelId="{076FC296-B594-4626-8775-04A5A974C3F6}" type="presOf" srcId="{118161ED-66F9-413E-857F-47CB33D964EA}" destId="{CB1DFE71-25AA-46E6-BB9A-152848097137}" srcOrd="0" destOrd="0" presId="urn:microsoft.com/office/officeart/2016/7/layout/VerticalHollowActionList"/>
    <dgm:cxn modelId="{3D75E9A1-2367-48BB-AE36-9B895DD761F7}" type="presOf" srcId="{3A81E211-DE2C-4B84-9AB5-C8F849D134D0}" destId="{4B3976B2-1AF6-475F-AB2B-FB13E693D8A5}" srcOrd="0" destOrd="0" presId="urn:microsoft.com/office/officeart/2016/7/layout/VerticalHollowActionList"/>
    <dgm:cxn modelId="{6DE117A4-C8D2-44CD-8B34-91B3659F885D}" srcId="{C35FE5B9-F10A-4C0D-B8F9-4AD317C33FAC}" destId="{C0B3C5B0-75E4-44AD-9F27-90D4A2E6F3AE}" srcOrd="1" destOrd="0" parTransId="{3DB35DC0-E95F-410B-8C1C-A28B6CD360CF}" sibTransId="{9FA613C5-F445-41E5-8AD3-F6C18208FE19}"/>
    <dgm:cxn modelId="{8D5DBCAC-0759-4459-B9F1-4E6559A4237F}" type="presOf" srcId="{1D90EB54-086B-4A3B-8B55-86BC247EFE2E}" destId="{D3E19421-B65D-4696-A806-45B4B2ECC386}" srcOrd="0" destOrd="1" presId="urn:microsoft.com/office/officeart/2016/7/layout/VerticalHollowActionList"/>
    <dgm:cxn modelId="{FA3CCAAF-CB5C-45A8-A938-1DC3EEE39944}" srcId="{F93211E7-5337-43C9-9C05-E6EB1BB86B13}" destId="{118161ED-66F9-413E-857F-47CB33D964EA}" srcOrd="0" destOrd="0" parTransId="{8486C06C-7752-4485-921A-90509616D6ED}" sibTransId="{C7C754B3-5F9D-4144-9B14-BE0C007EAA7D}"/>
    <dgm:cxn modelId="{7C2674C2-2F74-42A1-92D6-2A1AC212E59A}" type="presOf" srcId="{6BECFE15-15EB-4A2B-A724-4A32626A1CCD}" destId="{D3E19421-B65D-4696-A806-45B4B2ECC386}" srcOrd="0" destOrd="6" presId="urn:microsoft.com/office/officeart/2016/7/layout/VerticalHollowActionList"/>
    <dgm:cxn modelId="{EC0A9AC3-AA6C-474D-A5D4-7998C1374DEB}" srcId="{118161ED-66F9-413E-857F-47CB33D964EA}" destId="{3E0D98BB-D308-4C50-A7C0-26BA629FA15D}" srcOrd="0" destOrd="0" parTransId="{CD155916-63C3-4245-8D21-7DE9E4EA5D0A}" sibTransId="{C555AEE8-015D-48FA-9141-67C42F23CED0}"/>
    <dgm:cxn modelId="{B7BFC9CA-CDC0-497D-A410-1353265A6256}" type="presOf" srcId="{80989674-591D-4024-8B46-62A108ABD433}" destId="{D3E19421-B65D-4696-A806-45B4B2ECC386}" srcOrd="0" destOrd="2" presId="urn:microsoft.com/office/officeart/2016/7/layout/VerticalHollowActionList"/>
    <dgm:cxn modelId="{33D926CD-0362-4384-B4ED-A9E7DDB168E9}" srcId="{6D48549C-E82F-49C3-85EB-5E0A29AAD645}" destId="{CE66889F-2F7F-4D91-824F-611A127B8C2B}" srcOrd="1" destOrd="0" parTransId="{782E939F-4F97-46FA-A3B9-87CE09126B99}" sibTransId="{A798554A-7322-40B4-B6EE-D927BF7EE150}"/>
    <dgm:cxn modelId="{BC6917CE-BC82-484A-B4A0-C6949437EC67}" srcId="{F93211E7-5337-43C9-9C05-E6EB1BB86B13}" destId="{C35FE5B9-F10A-4C0D-B8F9-4AD317C33FAC}" srcOrd="2" destOrd="0" parTransId="{D11EC8FF-6F22-42A3-AE3A-E3ACB1AC03F3}" sibTransId="{024057FF-8637-469A-927E-C1498A06194C}"/>
    <dgm:cxn modelId="{23CFF5D8-F6AD-498E-B2FB-58B7E2DE6D67}" type="presOf" srcId="{ADC04087-4A32-48ED-957B-30F1B76837FB}" destId="{D3E19421-B65D-4696-A806-45B4B2ECC386}" srcOrd="0" destOrd="3" presId="urn:microsoft.com/office/officeart/2016/7/layout/VerticalHollowActionList"/>
    <dgm:cxn modelId="{474A4040-04A0-4DF3-9489-EE6E446A11D2}" type="presParOf" srcId="{7BBA18AA-B892-4E76-A792-79CC943A060A}" destId="{45D366AF-4E53-493B-905C-78D615425FC4}" srcOrd="0" destOrd="0" presId="urn:microsoft.com/office/officeart/2016/7/layout/VerticalHollowActionList"/>
    <dgm:cxn modelId="{1E0120D6-E76F-4434-81A0-DCC10ABF1743}" type="presParOf" srcId="{45D366AF-4E53-493B-905C-78D615425FC4}" destId="{CB1DFE71-25AA-46E6-BB9A-152848097137}" srcOrd="0" destOrd="0" presId="urn:microsoft.com/office/officeart/2016/7/layout/VerticalHollowActionList"/>
    <dgm:cxn modelId="{03E49EAC-4909-4CA2-B827-914C029CDBDB}" type="presParOf" srcId="{45D366AF-4E53-493B-905C-78D615425FC4}" destId="{D3E19421-B65D-4696-A806-45B4B2ECC386}" srcOrd="1" destOrd="0" presId="urn:microsoft.com/office/officeart/2016/7/layout/VerticalHollowActionList"/>
    <dgm:cxn modelId="{9D7B1DAC-F400-4A03-A78D-20FB15C4C42D}" type="presParOf" srcId="{7BBA18AA-B892-4E76-A792-79CC943A060A}" destId="{65588FF9-4FF6-41B1-B2BE-828D97608764}" srcOrd="1" destOrd="0" presId="urn:microsoft.com/office/officeart/2016/7/layout/VerticalHollowActionList"/>
    <dgm:cxn modelId="{7AEABB3A-CF0B-4D8B-B0AE-3243A017FD27}" type="presParOf" srcId="{7BBA18AA-B892-4E76-A792-79CC943A060A}" destId="{57D041CF-BB98-417E-9F57-923FEBA8862B}" srcOrd="2" destOrd="0" presId="urn:microsoft.com/office/officeart/2016/7/layout/VerticalHollowActionList"/>
    <dgm:cxn modelId="{A86C1CAF-6522-4DB2-998D-B3E3BC76363C}" type="presParOf" srcId="{57D041CF-BB98-417E-9F57-923FEBA8862B}" destId="{3745E72F-0F31-4C30-9C1C-027E4E1C4643}" srcOrd="0" destOrd="0" presId="urn:microsoft.com/office/officeart/2016/7/layout/VerticalHollowActionList"/>
    <dgm:cxn modelId="{1809EDB2-7173-4183-8B98-35072033D9E7}" type="presParOf" srcId="{57D041CF-BB98-417E-9F57-923FEBA8862B}" destId="{BD83A102-BA8E-4A12-8021-4CAB92A82F32}" srcOrd="1" destOrd="0" presId="urn:microsoft.com/office/officeart/2016/7/layout/VerticalHollowActionList"/>
    <dgm:cxn modelId="{FF85248F-6109-45D8-939D-4B3C91D22191}" type="presParOf" srcId="{7BBA18AA-B892-4E76-A792-79CC943A060A}" destId="{9259D0E9-748C-4D5C-8E61-1C8D4F5BC78E}" srcOrd="3" destOrd="0" presId="urn:microsoft.com/office/officeart/2016/7/layout/VerticalHollowActionList"/>
    <dgm:cxn modelId="{DA8E6F59-98B9-404A-9BA9-42FB913DD7D5}" type="presParOf" srcId="{7BBA18AA-B892-4E76-A792-79CC943A060A}" destId="{01E65E4B-A94D-4BDD-884B-26BAE9F0F871}" srcOrd="4" destOrd="0" presId="urn:microsoft.com/office/officeart/2016/7/layout/VerticalHollowActionList"/>
    <dgm:cxn modelId="{A09096C0-540D-41B3-8475-E9F1227E9C47}" type="presParOf" srcId="{01E65E4B-A94D-4BDD-884B-26BAE9F0F871}" destId="{308CAFE1-1EC7-4A50-A424-C1E8318160EA}" srcOrd="0" destOrd="0" presId="urn:microsoft.com/office/officeart/2016/7/layout/VerticalHollowActionList"/>
    <dgm:cxn modelId="{026167B2-C866-4253-9B1B-ED9B04F5C941}" type="presParOf" srcId="{01E65E4B-A94D-4BDD-884B-26BAE9F0F871}" destId="{4B3976B2-1AF6-475F-AB2B-FB13E693D8A5}" srcOrd="1" destOrd="0" presId="urn:microsoft.com/office/officeart/2016/7/layout/VerticalHollowAc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DAFA290-E603-48F0-834C-D6D1F56E0ED9}" type="doc">
      <dgm:prSet loTypeId="urn:microsoft.com/office/officeart/2016/7/layout/RepeatingBendingProcessNew" loCatId="process" qsTypeId="urn:microsoft.com/office/officeart/2005/8/quickstyle/simple2" qsCatId="simple" csTypeId="urn:microsoft.com/office/officeart/2005/8/colors/colorful1" csCatId="colorful"/>
      <dgm:spPr/>
      <dgm:t>
        <a:bodyPr/>
        <a:lstStyle/>
        <a:p>
          <a:endParaRPr lang="en-US"/>
        </a:p>
      </dgm:t>
    </dgm:pt>
    <dgm:pt modelId="{4DBB61BB-0908-484D-AA92-CC2B9DB7BF58}">
      <dgm:prSet/>
      <dgm:spPr/>
      <dgm:t>
        <a:bodyPr/>
        <a:lstStyle/>
        <a:p>
          <a:r>
            <a:rPr lang="en-US" baseline="0"/>
            <a:t>Hard constraints must always be satisfied to ensure timetable feasibility</a:t>
          </a:r>
          <a:endParaRPr lang="en-US"/>
        </a:p>
      </dgm:t>
    </dgm:pt>
    <dgm:pt modelId="{9F0EEEE7-45E4-40BC-B7EA-AF98119B8ACF}" type="parTrans" cxnId="{C6C6F567-C9B1-4366-8CE7-1223BF54D016}">
      <dgm:prSet/>
      <dgm:spPr/>
      <dgm:t>
        <a:bodyPr/>
        <a:lstStyle/>
        <a:p>
          <a:endParaRPr lang="en-US"/>
        </a:p>
      </dgm:t>
    </dgm:pt>
    <dgm:pt modelId="{DCE92451-B1ED-44E0-AEA2-0A7E74A2C547}" type="sibTrans" cxnId="{C6C6F567-C9B1-4366-8CE7-1223BF54D016}">
      <dgm:prSet/>
      <dgm:spPr/>
      <dgm:t>
        <a:bodyPr/>
        <a:lstStyle/>
        <a:p>
          <a:endParaRPr lang="en-US"/>
        </a:p>
      </dgm:t>
    </dgm:pt>
    <dgm:pt modelId="{8BFA23E3-F1B8-4C5C-9A20-84E21056DC89}">
      <dgm:prSet/>
      <dgm:spPr/>
      <dgm:t>
        <a:bodyPr/>
        <a:lstStyle/>
        <a:p>
          <a:r>
            <a:rPr lang="en-US" baseline="0"/>
            <a:t>Soft constraints improve schedule quality but increase search complexity</a:t>
          </a:r>
          <a:endParaRPr lang="en-US"/>
        </a:p>
      </dgm:t>
    </dgm:pt>
    <dgm:pt modelId="{776AB3F7-39A7-47F7-8CD7-D18D4146D395}" type="parTrans" cxnId="{05A2FA44-BC8B-4255-8741-F774BDFB0E00}">
      <dgm:prSet/>
      <dgm:spPr/>
      <dgm:t>
        <a:bodyPr/>
        <a:lstStyle/>
        <a:p>
          <a:endParaRPr lang="en-US"/>
        </a:p>
      </dgm:t>
    </dgm:pt>
    <dgm:pt modelId="{8F246635-EDF5-4934-9655-93D49B6ADE82}" type="sibTrans" cxnId="{05A2FA44-BC8B-4255-8741-F774BDFB0E00}">
      <dgm:prSet/>
      <dgm:spPr/>
      <dgm:t>
        <a:bodyPr/>
        <a:lstStyle/>
        <a:p>
          <a:endParaRPr lang="en-US"/>
        </a:p>
      </dgm:t>
    </dgm:pt>
    <dgm:pt modelId="{F415E750-C5DA-45CE-83B7-97AB5D63F7E5}">
      <dgm:prSet/>
      <dgm:spPr/>
      <dgm:t>
        <a:bodyPr/>
        <a:lstStyle/>
        <a:p>
          <a:r>
            <a:rPr lang="en-US" baseline="0"/>
            <a:t>Heuristic choices (MRV, LCV) significantly affect runtime performance</a:t>
          </a:r>
          <a:endParaRPr lang="en-US"/>
        </a:p>
      </dgm:t>
    </dgm:pt>
    <dgm:pt modelId="{3CFA7D3C-07B5-44E2-AB00-1FEE47D22FC6}" type="parTrans" cxnId="{BB210C42-A10E-47C4-92AC-BB176792F3C5}">
      <dgm:prSet/>
      <dgm:spPr/>
      <dgm:t>
        <a:bodyPr/>
        <a:lstStyle/>
        <a:p>
          <a:endParaRPr lang="en-US"/>
        </a:p>
      </dgm:t>
    </dgm:pt>
    <dgm:pt modelId="{107F91A2-CDB6-49CC-9A70-7EF4E1AFF9BA}" type="sibTrans" cxnId="{BB210C42-A10E-47C4-92AC-BB176792F3C5}">
      <dgm:prSet/>
      <dgm:spPr/>
      <dgm:t>
        <a:bodyPr/>
        <a:lstStyle/>
        <a:p>
          <a:endParaRPr lang="en-US"/>
        </a:p>
      </dgm:t>
    </dgm:pt>
    <dgm:pt modelId="{7F3C1CB7-5761-4714-9F5F-9EFEBE61D091}">
      <dgm:prSet/>
      <dgm:spPr/>
      <dgm:t>
        <a:bodyPr/>
        <a:lstStyle/>
        <a:p>
          <a:r>
            <a:rPr lang="en-US" baseline="0"/>
            <a:t>Trade-off between solution optimality and computational efficiency</a:t>
          </a:r>
          <a:endParaRPr lang="en-US"/>
        </a:p>
      </dgm:t>
    </dgm:pt>
    <dgm:pt modelId="{0E9E8C92-DF78-447E-8088-552D4E54B34C}" type="parTrans" cxnId="{73816C02-61BA-4E4B-A8E5-2B06CD77BDCC}">
      <dgm:prSet/>
      <dgm:spPr/>
      <dgm:t>
        <a:bodyPr/>
        <a:lstStyle/>
        <a:p>
          <a:endParaRPr lang="en-US"/>
        </a:p>
      </dgm:t>
    </dgm:pt>
    <dgm:pt modelId="{511DBA22-19E0-4F7B-8956-CE5EDF02A377}" type="sibTrans" cxnId="{73816C02-61BA-4E4B-A8E5-2B06CD77BDCC}">
      <dgm:prSet/>
      <dgm:spPr/>
      <dgm:t>
        <a:bodyPr/>
        <a:lstStyle/>
        <a:p>
          <a:endParaRPr lang="en-US"/>
        </a:p>
      </dgm:t>
    </dgm:pt>
    <dgm:pt modelId="{1C7FB424-73CA-4C88-AAF9-4AC4848AAAAE}">
      <dgm:prSet/>
      <dgm:spPr/>
      <dgm:t>
        <a:bodyPr/>
        <a:lstStyle/>
        <a:p>
          <a:r>
            <a:rPr lang="en-US" baseline="0"/>
            <a:t>Constraint conflicts may arise due to limited room capacity or instructor availability</a:t>
          </a:r>
          <a:endParaRPr lang="en-US"/>
        </a:p>
      </dgm:t>
    </dgm:pt>
    <dgm:pt modelId="{BC19409E-D851-4F8B-A10C-C376369CFD87}" type="parTrans" cxnId="{30A53710-5FF5-427D-8799-2FD935C38342}">
      <dgm:prSet/>
      <dgm:spPr/>
      <dgm:t>
        <a:bodyPr/>
        <a:lstStyle/>
        <a:p>
          <a:endParaRPr lang="en-US"/>
        </a:p>
      </dgm:t>
    </dgm:pt>
    <dgm:pt modelId="{D0A8F4D2-D587-4C58-A29B-5C86756CEA90}" type="sibTrans" cxnId="{30A53710-5FF5-427D-8799-2FD935C38342}">
      <dgm:prSet/>
      <dgm:spPr/>
      <dgm:t>
        <a:bodyPr/>
        <a:lstStyle/>
        <a:p>
          <a:endParaRPr lang="en-US"/>
        </a:p>
      </dgm:t>
    </dgm:pt>
    <dgm:pt modelId="{FE472F53-7FAB-4143-8B94-87E40BBD64FD}">
      <dgm:prSet/>
      <dgm:spPr/>
      <dgm:t>
        <a:bodyPr/>
        <a:lstStyle/>
        <a:p>
          <a:r>
            <a:rPr lang="en-US" baseline="0"/>
            <a:t>Timetabling is not just scheduling, but balancing fairness, preferences, and feasibility</a:t>
          </a:r>
          <a:endParaRPr lang="en-US"/>
        </a:p>
      </dgm:t>
    </dgm:pt>
    <dgm:pt modelId="{AAF7FBFF-171B-43ED-AF08-805741B3ACDC}" type="parTrans" cxnId="{11FCB271-BC76-4C7F-8A76-E76E3118ACF2}">
      <dgm:prSet/>
      <dgm:spPr/>
      <dgm:t>
        <a:bodyPr/>
        <a:lstStyle/>
        <a:p>
          <a:endParaRPr lang="en-US"/>
        </a:p>
      </dgm:t>
    </dgm:pt>
    <dgm:pt modelId="{DDAD22FD-CAF8-4AC2-8246-7D6865B990A8}" type="sibTrans" cxnId="{11FCB271-BC76-4C7F-8A76-E76E3118ACF2}">
      <dgm:prSet/>
      <dgm:spPr/>
      <dgm:t>
        <a:bodyPr/>
        <a:lstStyle/>
        <a:p>
          <a:endParaRPr lang="en-US"/>
        </a:p>
      </dgm:t>
    </dgm:pt>
    <dgm:pt modelId="{579E17D1-4512-4154-ACFD-09EE45DF7BE0}" type="pres">
      <dgm:prSet presAssocID="{CDAFA290-E603-48F0-834C-D6D1F56E0ED9}" presName="Name0" presStyleCnt="0">
        <dgm:presLayoutVars>
          <dgm:dir/>
          <dgm:resizeHandles val="exact"/>
        </dgm:presLayoutVars>
      </dgm:prSet>
      <dgm:spPr/>
    </dgm:pt>
    <dgm:pt modelId="{A84D329E-0E2F-4F7E-8192-4EAD45C5870E}" type="pres">
      <dgm:prSet presAssocID="{4DBB61BB-0908-484D-AA92-CC2B9DB7BF58}" presName="node" presStyleLbl="node1" presStyleIdx="0" presStyleCnt="6">
        <dgm:presLayoutVars>
          <dgm:bulletEnabled val="1"/>
        </dgm:presLayoutVars>
      </dgm:prSet>
      <dgm:spPr/>
    </dgm:pt>
    <dgm:pt modelId="{5F179F1D-89DE-4D66-9797-10E6B951C55D}" type="pres">
      <dgm:prSet presAssocID="{DCE92451-B1ED-44E0-AEA2-0A7E74A2C547}" presName="sibTrans" presStyleLbl="sibTrans1D1" presStyleIdx="0" presStyleCnt="5"/>
      <dgm:spPr/>
    </dgm:pt>
    <dgm:pt modelId="{0E27E6E0-B9C6-49B2-81B9-1A7C01A924BA}" type="pres">
      <dgm:prSet presAssocID="{DCE92451-B1ED-44E0-AEA2-0A7E74A2C547}" presName="connectorText" presStyleLbl="sibTrans1D1" presStyleIdx="0" presStyleCnt="5"/>
      <dgm:spPr/>
    </dgm:pt>
    <dgm:pt modelId="{A81CB04C-F057-4AF1-88E2-2C4FFC018697}" type="pres">
      <dgm:prSet presAssocID="{8BFA23E3-F1B8-4C5C-9A20-84E21056DC89}" presName="node" presStyleLbl="node1" presStyleIdx="1" presStyleCnt="6">
        <dgm:presLayoutVars>
          <dgm:bulletEnabled val="1"/>
        </dgm:presLayoutVars>
      </dgm:prSet>
      <dgm:spPr/>
    </dgm:pt>
    <dgm:pt modelId="{FCA2BE54-97B1-4DE6-88FB-AF41CBD13F8B}" type="pres">
      <dgm:prSet presAssocID="{8F246635-EDF5-4934-9655-93D49B6ADE82}" presName="sibTrans" presStyleLbl="sibTrans1D1" presStyleIdx="1" presStyleCnt="5"/>
      <dgm:spPr/>
    </dgm:pt>
    <dgm:pt modelId="{EA51C5D8-1A23-4EE5-80DF-E4A8AE2D33C7}" type="pres">
      <dgm:prSet presAssocID="{8F246635-EDF5-4934-9655-93D49B6ADE82}" presName="connectorText" presStyleLbl="sibTrans1D1" presStyleIdx="1" presStyleCnt="5"/>
      <dgm:spPr/>
    </dgm:pt>
    <dgm:pt modelId="{F3B83EA3-CD22-49BB-B5EE-80683D65B03E}" type="pres">
      <dgm:prSet presAssocID="{F415E750-C5DA-45CE-83B7-97AB5D63F7E5}" presName="node" presStyleLbl="node1" presStyleIdx="2" presStyleCnt="6">
        <dgm:presLayoutVars>
          <dgm:bulletEnabled val="1"/>
        </dgm:presLayoutVars>
      </dgm:prSet>
      <dgm:spPr/>
    </dgm:pt>
    <dgm:pt modelId="{93167FD4-654C-48E3-8052-97EE43509546}" type="pres">
      <dgm:prSet presAssocID="{107F91A2-CDB6-49CC-9A70-7EF4E1AFF9BA}" presName="sibTrans" presStyleLbl="sibTrans1D1" presStyleIdx="2" presStyleCnt="5"/>
      <dgm:spPr/>
    </dgm:pt>
    <dgm:pt modelId="{91F93B58-030A-4ADC-8CA9-44078C7B3C0A}" type="pres">
      <dgm:prSet presAssocID="{107F91A2-CDB6-49CC-9A70-7EF4E1AFF9BA}" presName="connectorText" presStyleLbl="sibTrans1D1" presStyleIdx="2" presStyleCnt="5"/>
      <dgm:spPr/>
    </dgm:pt>
    <dgm:pt modelId="{1AD1B459-73BE-42E5-AA02-F065FA7FC94E}" type="pres">
      <dgm:prSet presAssocID="{7F3C1CB7-5761-4714-9F5F-9EFEBE61D091}" presName="node" presStyleLbl="node1" presStyleIdx="3" presStyleCnt="6">
        <dgm:presLayoutVars>
          <dgm:bulletEnabled val="1"/>
        </dgm:presLayoutVars>
      </dgm:prSet>
      <dgm:spPr/>
    </dgm:pt>
    <dgm:pt modelId="{5B5A0543-1F42-40D4-9C86-92BD20BDE9CE}" type="pres">
      <dgm:prSet presAssocID="{511DBA22-19E0-4F7B-8956-CE5EDF02A377}" presName="sibTrans" presStyleLbl="sibTrans1D1" presStyleIdx="3" presStyleCnt="5"/>
      <dgm:spPr/>
    </dgm:pt>
    <dgm:pt modelId="{EEB29660-02B0-4EDA-8D3C-4FFEC5B2D463}" type="pres">
      <dgm:prSet presAssocID="{511DBA22-19E0-4F7B-8956-CE5EDF02A377}" presName="connectorText" presStyleLbl="sibTrans1D1" presStyleIdx="3" presStyleCnt="5"/>
      <dgm:spPr/>
    </dgm:pt>
    <dgm:pt modelId="{5FA8D1C7-6188-446A-BC45-D6A049FEA72D}" type="pres">
      <dgm:prSet presAssocID="{1C7FB424-73CA-4C88-AAF9-4AC4848AAAAE}" presName="node" presStyleLbl="node1" presStyleIdx="4" presStyleCnt="6">
        <dgm:presLayoutVars>
          <dgm:bulletEnabled val="1"/>
        </dgm:presLayoutVars>
      </dgm:prSet>
      <dgm:spPr/>
    </dgm:pt>
    <dgm:pt modelId="{FCAAAC18-7923-440F-913F-A4D5C3F1A521}" type="pres">
      <dgm:prSet presAssocID="{D0A8F4D2-D587-4C58-A29B-5C86756CEA90}" presName="sibTrans" presStyleLbl="sibTrans1D1" presStyleIdx="4" presStyleCnt="5"/>
      <dgm:spPr/>
    </dgm:pt>
    <dgm:pt modelId="{63B32D79-FB6F-46DE-918C-85B3C132CA8C}" type="pres">
      <dgm:prSet presAssocID="{D0A8F4D2-D587-4C58-A29B-5C86756CEA90}" presName="connectorText" presStyleLbl="sibTrans1D1" presStyleIdx="4" presStyleCnt="5"/>
      <dgm:spPr/>
    </dgm:pt>
    <dgm:pt modelId="{94B2B115-6CF1-44F6-A1E0-5F25B5396DFD}" type="pres">
      <dgm:prSet presAssocID="{FE472F53-7FAB-4143-8B94-87E40BBD64FD}" presName="node" presStyleLbl="node1" presStyleIdx="5" presStyleCnt="6">
        <dgm:presLayoutVars>
          <dgm:bulletEnabled val="1"/>
        </dgm:presLayoutVars>
      </dgm:prSet>
      <dgm:spPr/>
    </dgm:pt>
  </dgm:ptLst>
  <dgm:cxnLst>
    <dgm:cxn modelId="{004DF801-1373-4FC2-92AE-2854C2B3DC60}" type="presOf" srcId="{D0A8F4D2-D587-4C58-A29B-5C86756CEA90}" destId="{63B32D79-FB6F-46DE-918C-85B3C132CA8C}" srcOrd="1" destOrd="0" presId="urn:microsoft.com/office/officeart/2016/7/layout/RepeatingBendingProcessNew"/>
    <dgm:cxn modelId="{73816C02-61BA-4E4B-A8E5-2B06CD77BDCC}" srcId="{CDAFA290-E603-48F0-834C-D6D1F56E0ED9}" destId="{7F3C1CB7-5761-4714-9F5F-9EFEBE61D091}" srcOrd="3" destOrd="0" parTransId="{0E9E8C92-DF78-447E-8088-552D4E54B34C}" sibTransId="{511DBA22-19E0-4F7B-8956-CE5EDF02A377}"/>
    <dgm:cxn modelId="{56B7EC0F-D735-4E1B-8DBA-A616378043AB}" type="presOf" srcId="{DCE92451-B1ED-44E0-AEA2-0A7E74A2C547}" destId="{0E27E6E0-B9C6-49B2-81B9-1A7C01A924BA}" srcOrd="1" destOrd="0" presId="urn:microsoft.com/office/officeart/2016/7/layout/RepeatingBendingProcessNew"/>
    <dgm:cxn modelId="{30A53710-5FF5-427D-8799-2FD935C38342}" srcId="{CDAFA290-E603-48F0-834C-D6D1F56E0ED9}" destId="{1C7FB424-73CA-4C88-AAF9-4AC4848AAAAE}" srcOrd="4" destOrd="0" parTransId="{BC19409E-D851-4F8B-A10C-C376369CFD87}" sibTransId="{D0A8F4D2-D587-4C58-A29B-5C86756CEA90}"/>
    <dgm:cxn modelId="{611D5D17-9201-4CDA-AFA7-E9054E5EC058}" type="presOf" srcId="{107F91A2-CDB6-49CC-9A70-7EF4E1AFF9BA}" destId="{93167FD4-654C-48E3-8052-97EE43509546}" srcOrd="0" destOrd="0" presId="urn:microsoft.com/office/officeart/2016/7/layout/RepeatingBendingProcessNew"/>
    <dgm:cxn modelId="{C09EA039-3511-4A06-B1EB-065468783D76}" type="presOf" srcId="{8F246635-EDF5-4934-9655-93D49B6ADE82}" destId="{FCA2BE54-97B1-4DE6-88FB-AF41CBD13F8B}" srcOrd="0" destOrd="0" presId="urn:microsoft.com/office/officeart/2016/7/layout/RepeatingBendingProcessNew"/>
    <dgm:cxn modelId="{414EB03E-E1EF-44BB-AC82-715DBA9C7E3E}" type="presOf" srcId="{DCE92451-B1ED-44E0-AEA2-0A7E74A2C547}" destId="{5F179F1D-89DE-4D66-9797-10E6B951C55D}" srcOrd="0" destOrd="0" presId="urn:microsoft.com/office/officeart/2016/7/layout/RepeatingBendingProcessNew"/>
    <dgm:cxn modelId="{B8A8705E-AA89-4771-8C09-E329EA7F4E55}" type="presOf" srcId="{8BFA23E3-F1B8-4C5C-9A20-84E21056DC89}" destId="{A81CB04C-F057-4AF1-88E2-2C4FFC018697}" srcOrd="0" destOrd="0" presId="urn:microsoft.com/office/officeart/2016/7/layout/RepeatingBendingProcessNew"/>
    <dgm:cxn modelId="{BB210C42-A10E-47C4-92AC-BB176792F3C5}" srcId="{CDAFA290-E603-48F0-834C-D6D1F56E0ED9}" destId="{F415E750-C5DA-45CE-83B7-97AB5D63F7E5}" srcOrd="2" destOrd="0" parTransId="{3CFA7D3C-07B5-44E2-AB00-1FEE47D22FC6}" sibTransId="{107F91A2-CDB6-49CC-9A70-7EF4E1AFF9BA}"/>
    <dgm:cxn modelId="{05A2FA44-BC8B-4255-8741-F774BDFB0E00}" srcId="{CDAFA290-E603-48F0-834C-D6D1F56E0ED9}" destId="{8BFA23E3-F1B8-4C5C-9A20-84E21056DC89}" srcOrd="1" destOrd="0" parTransId="{776AB3F7-39A7-47F7-8CD7-D18D4146D395}" sibTransId="{8F246635-EDF5-4934-9655-93D49B6ADE82}"/>
    <dgm:cxn modelId="{87271C67-D1F5-4B11-BF6C-B7E922613091}" type="presOf" srcId="{8F246635-EDF5-4934-9655-93D49B6ADE82}" destId="{EA51C5D8-1A23-4EE5-80DF-E4A8AE2D33C7}" srcOrd="1" destOrd="0" presId="urn:microsoft.com/office/officeart/2016/7/layout/RepeatingBendingProcessNew"/>
    <dgm:cxn modelId="{C6C6F567-C9B1-4366-8CE7-1223BF54D016}" srcId="{CDAFA290-E603-48F0-834C-D6D1F56E0ED9}" destId="{4DBB61BB-0908-484D-AA92-CC2B9DB7BF58}" srcOrd="0" destOrd="0" parTransId="{9F0EEEE7-45E4-40BC-B7EA-AF98119B8ACF}" sibTransId="{DCE92451-B1ED-44E0-AEA2-0A7E74A2C547}"/>
    <dgm:cxn modelId="{54D55F71-3DE3-40BA-903D-5E85A67E8F4B}" type="presOf" srcId="{CDAFA290-E603-48F0-834C-D6D1F56E0ED9}" destId="{579E17D1-4512-4154-ACFD-09EE45DF7BE0}" srcOrd="0" destOrd="0" presId="urn:microsoft.com/office/officeart/2016/7/layout/RepeatingBendingProcessNew"/>
    <dgm:cxn modelId="{11FCB271-BC76-4C7F-8A76-E76E3118ACF2}" srcId="{CDAFA290-E603-48F0-834C-D6D1F56E0ED9}" destId="{FE472F53-7FAB-4143-8B94-87E40BBD64FD}" srcOrd="5" destOrd="0" parTransId="{AAF7FBFF-171B-43ED-AF08-805741B3ACDC}" sibTransId="{DDAD22FD-CAF8-4AC2-8246-7D6865B990A8}"/>
    <dgm:cxn modelId="{45E6C551-2831-4E21-9C5D-1673EEC3CBA3}" type="presOf" srcId="{F415E750-C5DA-45CE-83B7-97AB5D63F7E5}" destId="{F3B83EA3-CD22-49BB-B5EE-80683D65B03E}" srcOrd="0" destOrd="0" presId="urn:microsoft.com/office/officeart/2016/7/layout/RepeatingBendingProcessNew"/>
    <dgm:cxn modelId="{C2F82696-87F9-407A-B143-56BF2FB61DDC}" type="presOf" srcId="{511DBA22-19E0-4F7B-8956-CE5EDF02A377}" destId="{EEB29660-02B0-4EDA-8D3C-4FFEC5B2D463}" srcOrd="1" destOrd="0" presId="urn:microsoft.com/office/officeart/2016/7/layout/RepeatingBendingProcessNew"/>
    <dgm:cxn modelId="{2AE082A5-BE90-4CB1-8846-678C97BF6C99}" type="presOf" srcId="{107F91A2-CDB6-49CC-9A70-7EF4E1AFF9BA}" destId="{91F93B58-030A-4ADC-8CA9-44078C7B3C0A}" srcOrd="1" destOrd="0" presId="urn:microsoft.com/office/officeart/2016/7/layout/RepeatingBendingProcessNew"/>
    <dgm:cxn modelId="{9A2171B8-1D52-4E06-956D-2DE13AD386DF}" type="presOf" srcId="{4DBB61BB-0908-484D-AA92-CC2B9DB7BF58}" destId="{A84D329E-0E2F-4F7E-8192-4EAD45C5870E}" srcOrd="0" destOrd="0" presId="urn:microsoft.com/office/officeart/2016/7/layout/RepeatingBendingProcessNew"/>
    <dgm:cxn modelId="{0A3D77B9-E416-4972-BD0F-552FB599B42F}" type="presOf" srcId="{1C7FB424-73CA-4C88-AAF9-4AC4848AAAAE}" destId="{5FA8D1C7-6188-446A-BC45-D6A049FEA72D}" srcOrd="0" destOrd="0" presId="urn:microsoft.com/office/officeart/2016/7/layout/RepeatingBendingProcessNew"/>
    <dgm:cxn modelId="{BF1814C7-D8BE-472C-B0DB-F490F283E7C0}" type="presOf" srcId="{511DBA22-19E0-4F7B-8956-CE5EDF02A377}" destId="{5B5A0543-1F42-40D4-9C86-92BD20BDE9CE}" srcOrd="0" destOrd="0" presId="urn:microsoft.com/office/officeart/2016/7/layout/RepeatingBendingProcessNew"/>
    <dgm:cxn modelId="{1818BFDB-5C6E-4B3D-8763-2F1A650A9F3E}" type="presOf" srcId="{D0A8F4D2-D587-4C58-A29B-5C86756CEA90}" destId="{FCAAAC18-7923-440F-913F-A4D5C3F1A521}" srcOrd="0" destOrd="0" presId="urn:microsoft.com/office/officeart/2016/7/layout/RepeatingBendingProcessNew"/>
    <dgm:cxn modelId="{C0D3F9EA-5433-43A9-9072-8B37DBFEB77F}" type="presOf" srcId="{7F3C1CB7-5761-4714-9F5F-9EFEBE61D091}" destId="{1AD1B459-73BE-42E5-AA02-F065FA7FC94E}" srcOrd="0" destOrd="0" presId="urn:microsoft.com/office/officeart/2016/7/layout/RepeatingBendingProcessNew"/>
    <dgm:cxn modelId="{134775FA-D33C-4AC7-92C9-74B6D9F00063}" type="presOf" srcId="{FE472F53-7FAB-4143-8B94-87E40BBD64FD}" destId="{94B2B115-6CF1-44F6-A1E0-5F25B5396DFD}" srcOrd="0" destOrd="0" presId="urn:microsoft.com/office/officeart/2016/7/layout/RepeatingBendingProcessNew"/>
    <dgm:cxn modelId="{E8BB49FD-B093-402B-8993-75FCD7C694F6}" type="presParOf" srcId="{579E17D1-4512-4154-ACFD-09EE45DF7BE0}" destId="{A84D329E-0E2F-4F7E-8192-4EAD45C5870E}" srcOrd="0" destOrd="0" presId="urn:microsoft.com/office/officeart/2016/7/layout/RepeatingBendingProcessNew"/>
    <dgm:cxn modelId="{23CEC739-FF0C-4304-ADCD-E249C9EDE5F0}" type="presParOf" srcId="{579E17D1-4512-4154-ACFD-09EE45DF7BE0}" destId="{5F179F1D-89DE-4D66-9797-10E6B951C55D}" srcOrd="1" destOrd="0" presId="urn:microsoft.com/office/officeart/2016/7/layout/RepeatingBendingProcessNew"/>
    <dgm:cxn modelId="{0849571B-E8B4-443A-ACA8-C93771101CBA}" type="presParOf" srcId="{5F179F1D-89DE-4D66-9797-10E6B951C55D}" destId="{0E27E6E0-B9C6-49B2-81B9-1A7C01A924BA}" srcOrd="0" destOrd="0" presId="urn:microsoft.com/office/officeart/2016/7/layout/RepeatingBendingProcessNew"/>
    <dgm:cxn modelId="{7D1F842B-4683-4EA0-8D26-F3BF34253D3E}" type="presParOf" srcId="{579E17D1-4512-4154-ACFD-09EE45DF7BE0}" destId="{A81CB04C-F057-4AF1-88E2-2C4FFC018697}" srcOrd="2" destOrd="0" presId="urn:microsoft.com/office/officeart/2016/7/layout/RepeatingBendingProcessNew"/>
    <dgm:cxn modelId="{3394B90B-E58C-4F1A-A67D-6BC61C2BD0F6}" type="presParOf" srcId="{579E17D1-4512-4154-ACFD-09EE45DF7BE0}" destId="{FCA2BE54-97B1-4DE6-88FB-AF41CBD13F8B}" srcOrd="3" destOrd="0" presId="urn:microsoft.com/office/officeart/2016/7/layout/RepeatingBendingProcessNew"/>
    <dgm:cxn modelId="{269E814C-CE0F-4427-9B50-7B22EA185BA4}" type="presParOf" srcId="{FCA2BE54-97B1-4DE6-88FB-AF41CBD13F8B}" destId="{EA51C5D8-1A23-4EE5-80DF-E4A8AE2D33C7}" srcOrd="0" destOrd="0" presId="urn:microsoft.com/office/officeart/2016/7/layout/RepeatingBendingProcessNew"/>
    <dgm:cxn modelId="{60970CD6-8A7E-4788-99F1-06B1E2A974B8}" type="presParOf" srcId="{579E17D1-4512-4154-ACFD-09EE45DF7BE0}" destId="{F3B83EA3-CD22-49BB-B5EE-80683D65B03E}" srcOrd="4" destOrd="0" presId="urn:microsoft.com/office/officeart/2016/7/layout/RepeatingBendingProcessNew"/>
    <dgm:cxn modelId="{43EE6F0A-4171-4DE7-971F-90D9642AA82C}" type="presParOf" srcId="{579E17D1-4512-4154-ACFD-09EE45DF7BE0}" destId="{93167FD4-654C-48E3-8052-97EE43509546}" srcOrd="5" destOrd="0" presId="urn:microsoft.com/office/officeart/2016/7/layout/RepeatingBendingProcessNew"/>
    <dgm:cxn modelId="{DB5B8008-3AC5-4752-A770-715AA154AEE8}" type="presParOf" srcId="{93167FD4-654C-48E3-8052-97EE43509546}" destId="{91F93B58-030A-4ADC-8CA9-44078C7B3C0A}" srcOrd="0" destOrd="0" presId="urn:microsoft.com/office/officeart/2016/7/layout/RepeatingBendingProcessNew"/>
    <dgm:cxn modelId="{97524AF5-9F5D-4BB4-A158-FDC70DA39A4D}" type="presParOf" srcId="{579E17D1-4512-4154-ACFD-09EE45DF7BE0}" destId="{1AD1B459-73BE-42E5-AA02-F065FA7FC94E}" srcOrd="6" destOrd="0" presId="urn:microsoft.com/office/officeart/2016/7/layout/RepeatingBendingProcessNew"/>
    <dgm:cxn modelId="{4B9F61F6-450A-4C0B-86ED-AB4D9C37A756}" type="presParOf" srcId="{579E17D1-4512-4154-ACFD-09EE45DF7BE0}" destId="{5B5A0543-1F42-40D4-9C86-92BD20BDE9CE}" srcOrd="7" destOrd="0" presId="urn:microsoft.com/office/officeart/2016/7/layout/RepeatingBendingProcessNew"/>
    <dgm:cxn modelId="{713DA036-80B1-4E2D-92E6-53FC834D57E4}" type="presParOf" srcId="{5B5A0543-1F42-40D4-9C86-92BD20BDE9CE}" destId="{EEB29660-02B0-4EDA-8D3C-4FFEC5B2D463}" srcOrd="0" destOrd="0" presId="urn:microsoft.com/office/officeart/2016/7/layout/RepeatingBendingProcessNew"/>
    <dgm:cxn modelId="{90460EEF-67B5-4396-A274-3007B452C443}" type="presParOf" srcId="{579E17D1-4512-4154-ACFD-09EE45DF7BE0}" destId="{5FA8D1C7-6188-446A-BC45-D6A049FEA72D}" srcOrd="8" destOrd="0" presId="urn:microsoft.com/office/officeart/2016/7/layout/RepeatingBendingProcessNew"/>
    <dgm:cxn modelId="{57597097-7282-44C4-925E-C03BA47B4F1F}" type="presParOf" srcId="{579E17D1-4512-4154-ACFD-09EE45DF7BE0}" destId="{FCAAAC18-7923-440F-913F-A4D5C3F1A521}" srcOrd="9" destOrd="0" presId="urn:microsoft.com/office/officeart/2016/7/layout/RepeatingBendingProcessNew"/>
    <dgm:cxn modelId="{76BC91FE-DFAD-4E56-B133-C6803B671A07}" type="presParOf" srcId="{FCAAAC18-7923-440F-913F-A4D5C3F1A521}" destId="{63B32D79-FB6F-46DE-918C-85B3C132CA8C}" srcOrd="0" destOrd="0" presId="urn:microsoft.com/office/officeart/2016/7/layout/RepeatingBendingProcessNew"/>
    <dgm:cxn modelId="{4DB02043-A760-4B4D-A23C-AA14BD890895}" type="presParOf" srcId="{579E17D1-4512-4154-ACFD-09EE45DF7BE0}" destId="{94B2B115-6CF1-44F6-A1E0-5F25B5396DFD}"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33F0FD-C0ED-4FC3-B197-9DE85F06B4F8}">
      <dsp:nvSpPr>
        <dsp:cNvPr id="0" name=""/>
        <dsp:cNvSpPr/>
      </dsp:nvSpPr>
      <dsp:spPr>
        <a:xfrm>
          <a:off x="0" y="642"/>
          <a:ext cx="5990135" cy="0"/>
        </a:xfrm>
        <a:prstGeom prst="line">
          <a:avLst/>
        </a:prstGeom>
        <a:solidFill>
          <a:schemeClr val="accent2">
            <a:hueOff val="0"/>
            <a:satOff val="0"/>
            <a:lumOff val="0"/>
            <a:alphaOff val="0"/>
          </a:schemeClr>
        </a:solidFill>
        <a:ln w="1397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37368D6-E221-46BA-A4EC-B915553C7D0E}">
      <dsp:nvSpPr>
        <dsp:cNvPr id="0" name=""/>
        <dsp:cNvSpPr/>
      </dsp:nvSpPr>
      <dsp:spPr>
        <a:xfrm>
          <a:off x="0" y="642"/>
          <a:ext cx="5990135" cy="1052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90" tIns="186690" rIns="186690" bIns="186690" numCol="1" spcCol="1270" anchor="t" anchorCtr="0">
          <a:noAutofit/>
        </a:bodyPr>
        <a:lstStyle/>
        <a:p>
          <a:pPr marL="0" lvl="0" indent="0" algn="l" defTabSz="2178050">
            <a:lnSpc>
              <a:spcPct val="90000"/>
            </a:lnSpc>
            <a:spcBef>
              <a:spcPct val="0"/>
            </a:spcBef>
            <a:spcAft>
              <a:spcPct val="35000"/>
            </a:spcAft>
            <a:buNone/>
          </a:pPr>
          <a:r>
            <a:rPr lang="en-US" sz="4900" kern="1200"/>
            <a:t>Problem Statement</a:t>
          </a:r>
        </a:p>
      </dsp:txBody>
      <dsp:txXfrm>
        <a:off x="0" y="642"/>
        <a:ext cx="5990135" cy="1052153"/>
      </dsp:txXfrm>
    </dsp:sp>
    <dsp:sp modelId="{3F2A02C4-30DF-4096-9198-96CACAFE790E}">
      <dsp:nvSpPr>
        <dsp:cNvPr id="0" name=""/>
        <dsp:cNvSpPr/>
      </dsp:nvSpPr>
      <dsp:spPr>
        <a:xfrm>
          <a:off x="0" y="1052796"/>
          <a:ext cx="5990135" cy="0"/>
        </a:xfrm>
        <a:prstGeom prst="line">
          <a:avLst/>
        </a:prstGeom>
        <a:solidFill>
          <a:schemeClr val="accent2">
            <a:hueOff val="-1856167"/>
            <a:satOff val="606"/>
            <a:lumOff val="-539"/>
            <a:alphaOff val="0"/>
          </a:schemeClr>
        </a:solidFill>
        <a:ln w="13970" cap="flat" cmpd="sng" algn="ctr">
          <a:solidFill>
            <a:schemeClr val="accent2">
              <a:hueOff val="-1856167"/>
              <a:satOff val="606"/>
              <a:lumOff val="-53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F648B1-5B0B-44BF-8667-EA32F211D141}">
      <dsp:nvSpPr>
        <dsp:cNvPr id="0" name=""/>
        <dsp:cNvSpPr/>
      </dsp:nvSpPr>
      <dsp:spPr>
        <a:xfrm>
          <a:off x="0" y="1052796"/>
          <a:ext cx="5990135" cy="1052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90" tIns="186690" rIns="186690" bIns="186690" numCol="1" spcCol="1270" anchor="t" anchorCtr="0">
          <a:noAutofit/>
        </a:bodyPr>
        <a:lstStyle/>
        <a:p>
          <a:pPr marL="0" lvl="0" indent="0" algn="l" defTabSz="2178050">
            <a:lnSpc>
              <a:spcPct val="90000"/>
            </a:lnSpc>
            <a:spcBef>
              <a:spcPct val="0"/>
            </a:spcBef>
            <a:spcAft>
              <a:spcPct val="35000"/>
            </a:spcAft>
            <a:buNone/>
          </a:pPr>
          <a:r>
            <a:rPr lang="en-US" sz="4900" kern="1200"/>
            <a:t>Data</a:t>
          </a:r>
        </a:p>
      </dsp:txBody>
      <dsp:txXfrm>
        <a:off x="0" y="1052796"/>
        <a:ext cx="5990135" cy="1052153"/>
      </dsp:txXfrm>
    </dsp:sp>
    <dsp:sp modelId="{B5AAC3BA-EDF5-472A-B093-0A67CA89A614}">
      <dsp:nvSpPr>
        <dsp:cNvPr id="0" name=""/>
        <dsp:cNvSpPr/>
      </dsp:nvSpPr>
      <dsp:spPr>
        <a:xfrm>
          <a:off x="0" y="2104950"/>
          <a:ext cx="5990135" cy="0"/>
        </a:xfrm>
        <a:prstGeom prst="line">
          <a:avLst/>
        </a:prstGeom>
        <a:solidFill>
          <a:schemeClr val="accent2">
            <a:hueOff val="-3712334"/>
            <a:satOff val="1211"/>
            <a:lumOff val="-1079"/>
            <a:alphaOff val="0"/>
          </a:schemeClr>
        </a:solidFill>
        <a:ln w="13970" cap="flat" cmpd="sng" algn="ctr">
          <a:solidFill>
            <a:schemeClr val="accent2">
              <a:hueOff val="-3712334"/>
              <a:satOff val="1211"/>
              <a:lumOff val="-107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5D573C-2970-4FE8-97AF-5BBBFCFF592B}">
      <dsp:nvSpPr>
        <dsp:cNvPr id="0" name=""/>
        <dsp:cNvSpPr/>
      </dsp:nvSpPr>
      <dsp:spPr>
        <a:xfrm>
          <a:off x="0" y="2104950"/>
          <a:ext cx="5990135" cy="1052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90" tIns="186690" rIns="186690" bIns="186690" numCol="1" spcCol="1270" anchor="t" anchorCtr="0">
          <a:noAutofit/>
        </a:bodyPr>
        <a:lstStyle/>
        <a:p>
          <a:pPr marL="0" lvl="0" indent="0" algn="l" defTabSz="2178050">
            <a:lnSpc>
              <a:spcPct val="90000"/>
            </a:lnSpc>
            <a:spcBef>
              <a:spcPct val="0"/>
            </a:spcBef>
            <a:spcAft>
              <a:spcPct val="35000"/>
            </a:spcAft>
            <a:buNone/>
          </a:pPr>
          <a:r>
            <a:rPr lang="en-US" sz="4900" kern="1200"/>
            <a:t>Algorithm(s)</a:t>
          </a:r>
        </a:p>
      </dsp:txBody>
      <dsp:txXfrm>
        <a:off x="0" y="2104950"/>
        <a:ext cx="5990135" cy="1052153"/>
      </dsp:txXfrm>
    </dsp:sp>
    <dsp:sp modelId="{17F898C4-6671-4464-8BC0-31E9F4FECF86}">
      <dsp:nvSpPr>
        <dsp:cNvPr id="0" name=""/>
        <dsp:cNvSpPr/>
      </dsp:nvSpPr>
      <dsp:spPr>
        <a:xfrm>
          <a:off x="0" y="3157103"/>
          <a:ext cx="5990135" cy="0"/>
        </a:xfrm>
        <a:prstGeom prst="line">
          <a:avLst/>
        </a:prstGeom>
        <a:solidFill>
          <a:schemeClr val="accent2">
            <a:hueOff val="-5568501"/>
            <a:satOff val="1817"/>
            <a:lumOff val="-1618"/>
            <a:alphaOff val="0"/>
          </a:schemeClr>
        </a:solidFill>
        <a:ln w="13970" cap="flat" cmpd="sng" algn="ctr">
          <a:solidFill>
            <a:schemeClr val="accent2">
              <a:hueOff val="-5568501"/>
              <a:satOff val="1817"/>
              <a:lumOff val="-161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F89D8F-A1AB-4FE5-89E1-75BA6DD54AF6}">
      <dsp:nvSpPr>
        <dsp:cNvPr id="0" name=""/>
        <dsp:cNvSpPr/>
      </dsp:nvSpPr>
      <dsp:spPr>
        <a:xfrm>
          <a:off x="0" y="3157103"/>
          <a:ext cx="5990135" cy="1052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90" tIns="186690" rIns="186690" bIns="186690" numCol="1" spcCol="1270" anchor="t" anchorCtr="0">
          <a:noAutofit/>
        </a:bodyPr>
        <a:lstStyle/>
        <a:p>
          <a:pPr marL="0" lvl="0" indent="0" algn="l" defTabSz="2178050">
            <a:lnSpc>
              <a:spcPct val="90000"/>
            </a:lnSpc>
            <a:spcBef>
              <a:spcPct val="0"/>
            </a:spcBef>
            <a:spcAft>
              <a:spcPct val="35000"/>
            </a:spcAft>
            <a:buNone/>
          </a:pPr>
          <a:r>
            <a:rPr lang="en-US" sz="4900" kern="1200"/>
            <a:t>Results</a:t>
          </a:r>
        </a:p>
      </dsp:txBody>
      <dsp:txXfrm>
        <a:off x="0" y="3157103"/>
        <a:ext cx="5990135" cy="1052153"/>
      </dsp:txXfrm>
    </dsp:sp>
    <dsp:sp modelId="{8F263841-869C-404A-B2D0-7798CE43C4A0}">
      <dsp:nvSpPr>
        <dsp:cNvPr id="0" name=""/>
        <dsp:cNvSpPr/>
      </dsp:nvSpPr>
      <dsp:spPr>
        <a:xfrm>
          <a:off x="0" y="4209257"/>
          <a:ext cx="5990135" cy="0"/>
        </a:xfrm>
        <a:prstGeom prst="line">
          <a:avLst/>
        </a:prstGeom>
        <a:solidFill>
          <a:schemeClr val="accent2">
            <a:hueOff val="-7424668"/>
            <a:satOff val="2422"/>
            <a:lumOff val="-2157"/>
            <a:alphaOff val="0"/>
          </a:schemeClr>
        </a:solidFill>
        <a:ln w="13970" cap="flat" cmpd="sng" algn="ctr">
          <a:solidFill>
            <a:schemeClr val="accent2">
              <a:hueOff val="-7424668"/>
              <a:satOff val="2422"/>
              <a:lumOff val="-215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AF2A29-3F58-4F5A-A1C0-07C7635831C0}">
      <dsp:nvSpPr>
        <dsp:cNvPr id="0" name=""/>
        <dsp:cNvSpPr/>
      </dsp:nvSpPr>
      <dsp:spPr>
        <a:xfrm>
          <a:off x="0" y="4209257"/>
          <a:ext cx="5990135" cy="1052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90" tIns="186690" rIns="186690" bIns="186690" numCol="1" spcCol="1270" anchor="t" anchorCtr="0">
          <a:noAutofit/>
        </a:bodyPr>
        <a:lstStyle/>
        <a:p>
          <a:pPr marL="0" lvl="0" indent="0" algn="l" defTabSz="2178050">
            <a:lnSpc>
              <a:spcPct val="90000"/>
            </a:lnSpc>
            <a:spcBef>
              <a:spcPct val="0"/>
            </a:spcBef>
            <a:spcAft>
              <a:spcPct val="35000"/>
            </a:spcAft>
            <a:buNone/>
          </a:pPr>
          <a:r>
            <a:rPr lang="en-US" sz="4900" kern="1200"/>
            <a:t>Considerations</a:t>
          </a:r>
        </a:p>
      </dsp:txBody>
      <dsp:txXfrm>
        <a:off x="0" y="4209257"/>
        <a:ext cx="5990135" cy="10521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67C2A1-34FD-4EB0-9DFA-87CFBB25A65D}">
      <dsp:nvSpPr>
        <dsp:cNvPr id="0" name=""/>
        <dsp:cNvSpPr/>
      </dsp:nvSpPr>
      <dsp:spPr>
        <a:xfrm>
          <a:off x="0" y="653"/>
          <a:ext cx="6036779" cy="5491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305A00-F984-42B5-BC43-9BB1F75A5FE3}">
      <dsp:nvSpPr>
        <dsp:cNvPr id="0" name=""/>
        <dsp:cNvSpPr/>
      </dsp:nvSpPr>
      <dsp:spPr>
        <a:xfrm>
          <a:off x="166116" y="124211"/>
          <a:ext cx="302029" cy="30202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D613E73-5250-4A3A-B6BC-86A5C7B478BA}">
      <dsp:nvSpPr>
        <dsp:cNvPr id="0" name=""/>
        <dsp:cNvSpPr/>
      </dsp:nvSpPr>
      <dsp:spPr>
        <a:xfrm>
          <a:off x="634262" y="653"/>
          <a:ext cx="5402516" cy="549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118" tIns="58118" rIns="58118" bIns="58118" numCol="1" spcCol="1270" anchor="ctr" anchorCtr="0">
          <a:noAutofit/>
        </a:bodyPr>
        <a:lstStyle/>
        <a:p>
          <a:pPr marL="0" lvl="0" indent="0" algn="l" defTabSz="622300">
            <a:lnSpc>
              <a:spcPct val="100000"/>
            </a:lnSpc>
            <a:spcBef>
              <a:spcPct val="0"/>
            </a:spcBef>
            <a:spcAft>
              <a:spcPct val="35000"/>
            </a:spcAft>
            <a:buNone/>
          </a:pPr>
          <a:r>
            <a:rPr lang="en-US" sz="1400" kern="1200" dirty="0"/>
            <a:t>Datasets Used:</a:t>
          </a:r>
        </a:p>
      </dsp:txBody>
      <dsp:txXfrm>
        <a:off x="634262" y="653"/>
        <a:ext cx="5402516" cy="549145"/>
      </dsp:txXfrm>
    </dsp:sp>
    <dsp:sp modelId="{6B080554-AC55-4793-90E8-3C5D1533D71A}">
      <dsp:nvSpPr>
        <dsp:cNvPr id="0" name=""/>
        <dsp:cNvSpPr/>
      </dsp:nvSpPr>
      <dsp:spPr>
        <a:xfrm>
          <a:off x="0" y="687085"/>
          <a:ext cx="6036779" cy="5491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D3E057-F54C-494B-BFEF-6316FD38816B}">
      <dsp:nvSpPr>
        <dsp:cNvPr id="0" name=""/>
        <dsp:cNvSpPr/>
      </dsp:nvSpPr>
      <dsp:spPr>
        <a:xfrm>
          <a:off x="166116" y="810643"/>
          <a:ext cx="302029" cy="30202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7113B8-9B21-403F-B59C-441711A34C74}">
      <dsp:nvSpPr>
        <dsp:cNvPr id="0" name=""/>
        <dsp:cNvSpPr/>
      </dsp:nvSpPr>
      <dsp:spPr>
        <a:xfrm>
          <a:off x="634262" y="687085"/>
          <a:ext cx="5402516" cy="549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118" tIns="58118" rIns="58118" bIns="58118" numCol="1" spcCol="1270" anchor="ctr" anchorCtr="0">
          <a:noAutofit/>
        </a:bodyPr>
        <a:lstStyle/>
        <a:p>
          <a:pPr marL="0" lvl="0" indent="0" algn="l" defTabSz="622300">
            <a:lnSpc>
              <a:spcPct val="100000"/>
            </a:lnSpc>
            <a:spcBef>
              <a:spcPct val="0"/>
            </a:spcBef>
            <a:spcAft>
              <a:spcPct val="35000"/>
            </a:spcAft>
            <a:buNone/>
          </a:pPr>
          <a:r>
            <a:rPr lang="en-US" sz="1400" kern="1200"/>
            <a:t>Courses: course ID, course name, section ID, number of students</a:t>
          </a:r>
        </a:p>
      </dsp:txBody>
      <dsp:txXfrm>
        <a:off x="634262" y="687085"/>
        <a:ext cx="5402516" cy="549145"/>
      </dsp:txXfrm>
    </dsp:sp>
    <dsp:sp modelId="{BF81317D-95DE-4A2B-A2D3-46CEAE2AD6C2}">
      <dsp:nvSpPr>
        <dsp:cNvPr id="0" name=""/>
        <dsp:cNvSpPr/>
      </dsp:nvSpPr>
      <dsp:spPr>
        <a:xfrm>
          <a:off x="0" y="1373517"/>
          <a:ext cx="6036779" cy="5491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7A3372-74DD-450D-82C8-304319861C25}">
      <dsp:nvSpPr>
        <dsp:cNvPr id="0" name=""/>
        <dsp:cNvSpPr/>
      </dsp:nvSpPr>
      <dsp:spPr>
        <a:xfrm>
          <a:off x="166116" y="1497074"/>
          <a:ext cx="302029" cy="30202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F76E8F-1B6B-4F45-8B8C-22F5EB717D93}">
      <dsp:nvSpPr>
        <dsp:cNvPr id="0" name=""/>
        <dsp:cNvSpPr/>
      </dsp:nvSpPr>
      <dsp:spPr>
        <a:xfrm>
          <a:off x="634262" y="1373517"/>
          <a:ext cx="5402516" cy="549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118" tIns="58118" rIns="58118" bIns="58118" numCol="1" spcCol="1270" anchor="ctr" anchorCtr="0">
          <a:noAutofit/>
        </a:bodyPr>
        <a:lstStyle/>
        <a:p>
          <a:pPr marL="0" lvl="0" indent="0" algn="l" defTabSz="622300">
            <a:lnSpc>
              <a:spcPct val="100000"/>
            </a:lnSpc>
            <a:spcBef>
              <a:spcPct val="0"/>
            </a:spcBef>
            <a:spcAft>
              <a:spcPct val="35000"/>
            </a:spcAft>
            <a:buNone/>
          </a:pPr>
          <a:r>
            <a:rPr lang="en-US" sz="1400" kern="1200" dirty="0"/>
            <a:t>Instructor–Courses: instructor ID, instructor name, assigned courses</a:t>
          </a:r>
        </a:p>
      </dsp:txBody>
      <dsp:txXfrm>
        <a:off x="634262" y="1373517"/>
        <a:ext cx="5402516" cy="549145"/>
      </dsp:txXfrm>
    </dsp:sp>
    <dsp:sp modelId="{63DF9B78-7FA7-434E-86A3-8527B2284385}">
      <dsp:nvSpPr>
        <dsp:cNvPr id="0" name=""/>
        <dsp:cNvSpPr/>
      </dsp:nvSpPr>
      <dsp:spPr>
        <a:xfrm>
          <a:off x="0" y="2059948"/>
          <a:ext cx="6036779" cy="5491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0AB0F8-7897-4E48-AE1D-C80BD97F0936}">
      <dsp:nvSpPr>
        <dsp:cNvPr id="0" name=""/>
        <dsp:cNvSpPr/>
      </dsp:nvSpPr>
      <dsp:spPr>
        <a:xfrm>
          <a:off x="166116" y="2183506"/>
          <a:ext cx="302029" cy="30202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19FBDF-BD87-425D-AD3E-EBCEB45E036D}">
      <dsp:nvSpPr>
        <dsp:cNvPr id="0" name=""/>
        <dsp:cNvSpPr/>
      </dsp:nvSpPr>
      <dsp:spPr>
        <a:xfrm>
          <a:off x="634262" y="2059948"/>
          <a:ext cx="5402516" cy="549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118" tIns="58118" rIns="58118" bIns="58118" numCol="1" spcCol="1270" anchor="ctr" anchorCtr="0">
          <a:noAutofit/>
        </a:bodyPr>
        <a:lstStyle/>
        <a:p>
          <a:pPr marL="0" lvl="0" indent="0" algn="l" defTabSz="622300">
            <a:lnSpc>
              <a:spcPct val="100000"/>
            </a:lnSpc>
            <a:spcBef>
              <a:spcPct val="0"/>
            </a:spcBef>
            <a:spcAft>
              <a:spcPct val="35000"/>
            </a:spcAft>
            <a:buNone/>
          </a:pPr>
          <a:r>
            <a:rPr lang="en-US" sz="1400" kern="1200"/>
            <a:t>Hard Constraints: instructor unavailability (day, start time, end time)</a:t>
          </a:r>
        </a:p>
      </dsp:txBody>
      <dsp:txXfrm>
        <a:off x="634262" y="2059948"/>
        <a:ext cx="5402516" cy="549145"/>
      </dsp:txXfrm>
    </dsp:sp>
    <dsp:sp modelId="{8C47EE2E-E41C-4BD2-9B99-C2CE8157EBB0}">
      <dsp:nvSpPr>
        <dsp:cNvPr id="0" name=""/>
        <dsp:cNvSpPr/>
      </dsp:nvSpPr>
      <dsp:spPr>
        <a:xfrm>
          <a:off x="0" y="2746380"/>
          <a:ext cx="6036779" cy="5491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A14457-76A2-4BBA-8165-5D5067637CE9}">
      <dsp:nvSpPr>
        <dsp:cNvPr id="0" name=""/>
        <dsp:cNvSpPr/>
      </dsp:nvSpPr>
      <dsp:spPr>
        <a:xfrm>
          <a:off x="166116" y="2869938"/>
          <a:ext cx="302029" cy="30202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7695FC-EE87-4CD7-965F-70E5972E342C}">
      <dsp:nvSpPr>
        <dsp:cNvPr id="0" name=""/>
        <dsp:cNvSpPr/>
      </dsp:nvSpPr>
      <dsp:spPr>
        <a:xfrm>
          <a:off x="634262" y="2746380"/>
          <a:ext cx="5402516" cy="549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118" tIns="58118" rIns="58118" bIns="58118" numCol="1" spcCol="1270" anchor="ctr" anchorCtr="0">
          <a:noAutofit/>
        </a:bodyPr>
        <a:lstStyle/>
        <a:p>
          <a:pPr marL="0" lvl="0" indent="0" algn="l" defTabSz="622300">
            <a:lnSpc>
              <a:spcPct val="100000"/>
            </a:lnSpc>
            <a:spcBef>
              <a:spcPct val="0"/>
            </a:spcBef>
            <a:spcAft>
              <a:spcPct val="35000"/>
            </a:spcAft>
            <a:buNone/>
          </a:pPr>
          <a:r>
            <a:rPr lang="en-US" sz="1400" kern="1200"/>
            <a:t>Rooms: room ID and seating capacity</a:t>
          </a:r>
        </a:p>
      </dsp:txBody>
      <dsp:txXfrm>
        <a:off x="634262" y="2746380"/>
        <a:ext cx="5402516" cy="549145"/>
      </dsp:txXfrm>
    </dsp:sp>
    <dsp:sp modelId="{11B97111-E9B0-40F5-BDD0-606183D03240}">
      <dsp:nvSpPr>
        <dsp:cNvPr id="0" name=""/>
        <dsp:cNvSpPr/>
      </dsp:nvSpPr>
      <dsp:spPr>
        <a:xfrm>
          <a:off x="0" y="3432812"/>
          <a:ext cx="6036779" cy="5491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AB4ECC-E42A-456C-AD1D-3848F80DF704}">
      <dsp:nvSpPr>
        <dsp:cNvPr id="0" name=""/>
        <dsp:cNvSpPr/>
      </dsp:nvSpPr>
      <dsp:spPr>
        <a:xfrm>
          <a:off x="166116" y="3556370"/>
          <a:ext cx="302029" cy="30202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CCC160-5258-4B84-965C-E1B7788F899F}">
      <dsp:nvSpPr>
        <dsp:cNvPr id="0" name=""/>
        <dsp:cNvSpPr/>
      </dsp:nvSpPr>
      <dsp:spPr>
        <a:xfrm>
          <a:off x="634262" y="3432812"/>
          <a:ext cx="5402516" cy="549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118" tIns="58118" rIns="58118" bIns="58118" numCol="1" spcCol="1270" anchor="ctr" anchorCtr="0">
          <a:noAutofit/>
        </a:bodyPr>
        <a:lstStyle/>
        <a:p>
          <a:pPr marL="0" lvl="0" indent="0" algn="l" defTabSz="622300">
            <a:lnSpc>
              <a:spcPct val="100000"/>
            </a:lnSpc>
            <a:spcBef>
              <a:spcPct val="0"/>
            </a:spcBef>
            <a:spcAft>
              <a:spcPct val="35000"/>
            </a:spcAft>
            <a:buNone/>
          </a:pPr>
          <a:r>
            <a:rPr lang="en-US" sz="1400" kern="1200" dirty="0"/>
            <a:t>Constraint Representation:</a:t>
          </a:r>
        </a:p>
      </dsp:txBody>
      <dsp:txXfrm>
        <a:off x="634262" y="3432812"/>
        <a:ext cx="5402516" cy="549145"/>
      </dsp:txXfrm>
    </dsp:sp>
    <dsp:sp modelId="{D79ECE33-A989-4AC0-A390-A2EBD6D31202}">
      <dsp:nvSpPr>
        <dsp:cNvPr id="0" name=""/>
        <dsp:cNvSpPr/>
      </dsp:nvSpPr>
      <dsp:spPr>
        <a:xfrm>
          <a:off x="0" y="4119244"/>
          <a:ext cx="6036779" cy="5491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F6F199-5259-447E-93EC-00F2B872AF23}">
      <dsp:nvSpPr>
        <dsp:cNvPr id="0" name=""/>
        <dsp:cNvSpPr/>
      </dsp:nvSpPr>
      <dsp:spPr>
        <a:xfrm>
          <a:off x="166116" y="4242801"/>
          <a:ext cx="302029" cy="302029"/>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5E2283-873F-4F2B-9F5E-1E8589E7A0DE}">
      <dsp:nvSpPr>
        <dsp:cNvPr id="0" name=""/>
        <dsp:cNvSpPr/>
      </dsp:nvSpPr>
      <dsp:spPr>
        <a:xfrm>
          <a:off x="634262" y="4119244"/>
          <a:ext cx="5402516" cy="549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118" tIns="58118" rIns="58118" bIns="58118" numCol="1" spcCol="1270" anchor="ctr" anchorCtr="0">
          <a:noAutofit/>
        </a:bodyPr>
        <a:lstStyle/>
        <a:p>
          <a:pPr marL="0" lvl="0" indent="0" algn="l" defTabSz="622300">
            <a:lnSpc>
              <a:spcPct val="100000"/>
            </a:lnSpc>
            <a:spcBef>
              <a:spcPct val="0"/>
            </a:spcBef>
            <a:spcAft>
              <a:spcPct val="35000"/>
            </a:spcAft>
            <a:buNone/>
          </a:pPr>
          <a:r>
            <a:rPr lang="en-US" sz="1400" kern="1200"/>
            <a:t>Hard: no overlap, instructor availability, room capacity</a:t>
          </a:r>
        </a:p>
      </dsp:txBody>
      <dsp:txXfrm>
        <a:off x="634262" y="4119244"/>
        <a:ext cx="5402516" cy="549145"/>
      </dsp:txXfrm>
    </dsp:sp>
    <dsp:sp modelId="{C41D9947-520D-460B-A721-7E4DADE6794B}">
      <dsp:nvSpPr>
        <dsp:cNvPr id="0" name=""/>
        <dsp:cNvSpPr/>
      </dsp:nvSpPr>
      <dsp:spPr>
        <a:xfrm>
          <a:off x="0" y="4805675"/>
          <a:ext cx="6036779" cy="5491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B91D74-1380-466F-ABB2-27324F33270F}">
      <dsp:nvSpPr>
        <dsp:cNvPr id="0" name=""/>
        <dsp:cNvSpPr/>
      </dsp:nvSpPr>
      <dsp:spPr>
        <a:xfrm>
          <a:off x="166116" y="4929233"/>
          <a:ext cx="302029" cy="302029"/>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E4D466-BA61-4041-ACDD-78C1D0FC45EB}">
      <dsp:nvSpPr>
        <dsp:cNvPr id="0" name=""/>
        <dsp:cNvSpPr/>
      </dsp:nvSpPr>
      <dsp:spPr>
        <a:xfrm>
          <a:off x="634262" y="4805675"/>
          <a:ext cx="5402516" cy="549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118" tIns="58118" rIns="58118" bIns="58118" numCol="1" spcCol="1270" anchor="ctr" anchorCtr="0">
          <a:noAutofit/>
        </a:bodyPr>
        <a:lstStyle/>
        <a:p>
          <a:pPr marL="0" lvl="0" indent="0" algn="l" defTabSz="622300">
            <a:lnSpc>
              <a:spcPct val="100000"/>
            </a:lnSpc>
            <a:spcBef>
              <a:spcPct val="0"/>
            </a:spcBef>
            <a:spcAft>
              <a:spcPct val="35000"/>
            </a:spcAft>
            <a:buNone/>
          </a:pPr>
          <a:r>
            <a:rPr lang="en-US" sz="1400" kern="1200"/>
            <a:t>Soft: preferred time slots with penalty weights</a:t>
          </a:r>
        </a:p>
      </dsp:txBody>
      <dsp:txXfrm>
        <a:off x="634262" y="4805675"/>
        <a:ext cx="5402516" cy="5491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521ECC-FDCF-4C6B-972C-04F8AC16F2B9}">
      <dsp:nvSpPr>
        <dsp:cNvPr id="0" name=""/>
        <dsp:cNvSpPr/>
      </dsp:nvSpPr>
      <dsp:spPr>
        <a:xfrm>
          <a:off x="0" y="432"/>
          <a:ext cx="6644640" cy="59549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4C7B5D-DF4B-4532-AD87-3295931DAB72}">
      <dsp:nvSpPr>
        <dsp:cNvPr id="0" name=""/>
        <dsp:cNvSpPr/>
      </dsp:nvSpPr>
      <dsp:spPr>
        <a:xfrm>
          <a:off x="180135" y="134418"/>
          <a:ext cx="327519" cy="3275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EB190D4-646D-44FA-BA54-B0A26823F2E2}">
      <dsp:nvSpPr>
        <dsp:cNvPr id="0" name=""/>
        <dsp:cNvSpPr/>
      </dsp:nvSpPr>
      <dsp:spPr>
        <a:xfrm>
          <a:off x="687791" y="432"/>
          <a:ext cx="5956848" cy="595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023" tIns="63023" rIns="63023" bIns="63023" numCol="1" spcCol="1270" anchor="ctr" anchorCtr="0">
          <a:noAutofit/>
        </a:bodyPr>
        <a:lstStyle/>
        <a:p>
          <a:pPr marL="0" lvl="0" indent="0" algn="l" defTabSz="666750">
            <a:lnSpc>
              <a:spcPct val="100000"/>
            </a:lnSpc>
            <a:spcBef>
              <a:spcPct val="0"/>
            </a:spcBef>
            <a:spcAft>
              <a:spcPct val="35000"/>
            </a:spcAft>
            <a:buNone/>
          </a:pPr>
          <a:r>
            <a:rPr lang="en-US" sz="1500" kern="1200" baseline="0"/>
            <a:t>Key checks performed:</a:t>
          </a:r>
          <a:endParaRPr lang="en-US" sz="1500" kern="1200"/>
        </a:p>
      </dsp:txBody>
      <dsp:txXfrm>
        <a:off x="687791" y="432"/>
        <a:ext cx="5956848" cy="595490"/>
      </dsp:txXfrm>
    </dsp:sp>
    <dsp:sp modelId="{754C0A3A-0E4B-4330-A3AC-FDAFBD6C9929}">
      <dsp:nvSpPr>
        <dsp:cNvPr id="0" name=""/>
        <dsp:cNvSpPr/>
      </dsp:nvSpPr>
      <dsp:spPr>
        <a:xfrm>
          <a:off x="0" y="744796"/>
          <a:ext cx="6644640" cy="59549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224483-9565-43B5-B98F-48A4090A1279}">
      <dsp:nvSpPr>
        <dsp:cNvPr id="0" name=""/>
        <dsp:cNvSpPr/>
      </dsp:nvSpPr>
      <dsp:spPr>
        <a:xfrm>
          <a:off x="180135" y="878781"/>
          <a:ext cx="327519" cy="3275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D5CFA06-BA1D-49E5-B766-D3D7212FACEB}">
      <dsp:nvSpPr>
        <dsp:cNvPr id="0" name=""/>
        <dsp:cNvSpPr/>
      </dsp:nvSpPr>
      <dsp:spPr>
        <a:xfrm>
          <a:off x="687791" y="744796"/>
          <a:ext cx="2990087" cy="595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023" tIns="63023" rIns="63023" bIns="63023" numCol="1" spcCol="1270" anchor="ctr" anchorCtr="0">
          <a:noAutofit/>
        </a:bodyPr>
        <a:lstStyle/>
        <a:p>
          <a:pPr marL="0" lvl="0" indent="0" algn="l" defTabSz="666750">
            <a:lnSpc>
              <a:spcPct val="100000"/>
            </a:lnSpc>
            <a:spcBef>
              <a:spcPct val="0"/>
            </a:spcBef>
            <a:spcAft>
              <a:spcPct val="35000"/>
            </a:spcAft>
            <a:buNone/>
          </a:pPr>
          <a:r>
            <a:rPr lang="en-US" sz="1500" b="1" kern="1200" baseline="0"/>
            <a:t>Section counts per course</a:t>
          </a:r>
          <a:endParaRPr lang="en-US" sz="1500" kern="1200"/>
        </a:p>
      </dsp:txBody>
      <dsp:txXfrm>
        <a:off x="687791" y="744796"/>
        <a:ext cx="2990087" cy="595490"/>
      </dsp:txXfrm>
    </dsp:sp>
    <dsp:sp modelId="{65055532-462F-4FAC-8A29-23C904A0278D}">
      <dsp:nvSpPr>
        <dsp:cNvPr id="0" name=""/>
        <dsp:cNvSpPr/>
      </dsp:nvSpPr>
      <dsp:spPr>
        <a:xfrm>
          <a:off x="3677879" y="744796"/>
          <a:ext cx="2966760" cy="595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023" tIns="63023" rIns="63023" bIns="63023" numCol="1" spcCol="1270" anchor="ctr" anchorCtr="0">
          <a:noAutofit/>
        </a:bodyPr>
        <a:lstStyle/>
        <a:p>
          <a:pPr marL="0" lvl="0" indent="0" algn="l" defTabSz="488950">
            <a:lnSpc>
              <a:spcPct val="100000"/>
            </a:lnSpc>
            <a:spcBef>
              <a:spcPct val="0"/>
            </a:spcBef>
            <a:spcAft>
              <a:spcPct val="35000"/>
            </a:spcAft>
            <a:buNone/>
          </a:pPr>
          <a:r>
            <a:rPr lang="en-US" sz="1100" kern="1200"/>
            <a:t>To identify courses with ≥3 sections (two-instructor rule)</a:t>
          </a:r>
        </a:p>
      </dsp:txBody>
      <dsp:txXfrm>
        <a:off x="3677879" y="744796"/>
        <a:ext cx="2966760" cy="595490"/>
      </dsp:txXfrm>
    </dsp:sp>
    <dsp:sp modelId="{8598370D-7C31-4E48-BAAA-9B43B987E990}">
      <dsp:nvSpPr>
        <dsp:cNvPr id="0" name=""/>
        <dsp:cNvSpPr/>
      </dsp:nvSpPr>
      <dsp:spPr>
        <a:xfrm>
          <a:off x="0" y="1489159"/>
          <a:ext cx="6644640" cy="59549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C146D9-8980-4F42-9E42-9ACC413CF2F6}">
      <dsp:nvSpPr>
        <dsp:cNvPr id="0" name=""/>
        <dsp:cNvSpPr/>
      </dsp:nvSpPr>
      <dsp:spPr>
        <a:xfrm>
          <a:off x="180135" y="1623145"/>
          <a:ext cx="327519" cy="32751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E5A29DB-F036-485C-BEBF-D89D78CA025F}">
      <dsp:nvSpPr>
        <dsp:cNvPr id="0" name=""/>
        <dsp:cNvSpPr/>
      </dsp:nvSpPr>
      <dsp:spPr>
        <a:xfrm>
          <a:off x="687791" y="1489159"/>
          <a:ext cx="2990087" cy="595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023" tIns="63023" rIns="63023" bIns="63023" numCol="1" spcCol="1270" anchor="ctr" anchorCtr="0">
          <a:noAutofit/>
        </a:bodyPr>
        <a:lstStyle/>
        <a:p>
          <a:pPr marL="0" lvl="0" indent="0" algn="l" defTabSz="666750">
            <a:lnSpc>
              <a:spcPct val="100000"/>
            </a:lnSpc>
            <a:spcBef>
              <a:spcPct val="0"/>
            </a:spcBef>
            <a:spcAft>
              <a:spcPct val="35000"/>
            </a:spcAft>
            <a:buNone/>
          </a:pPr>
          <a:r>
            <a:rPr lang="en-US" sz="1500" b="1" kern="1200" baseline="0"/>
            <a:t>Instructor coverage</a:t>
          </a:r>
          <a:endParaRPr lang="en-US" sz="1500" kern="1200"/>
        </a:p>
      </dsp:txBody>
      <dsp:txXfrm>
        <a:off x="687791" y="1489159"/>
        <a:ext cx="2990087" cy="595490"/>
      </dsp:txXfrm>
    </dsp:sp>
    <dsp:sp modelId="{8B2DF94D-4004-4911-835B-6743B0B4D3FD}">
      <dsp:nvSpPr>
        <dsp:cNvPr id="0" name=""/>
        <dsp:cNvSpPr/>
      </dsp:nvSpPr>
      <dsp:spPr>
        <a:xfrm>
          <a:off x="3677879" y="1489159"/>
          <a:ext cx="2966760" cy="595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023" tIns="63023" rIns="63023" bIns="63023" numCol="1" spcCol="1270" anchor="ctr" anchorCtr="0">
          <a:noAutofit/>
        </a:bodyPr>
        <a:lstStyle/>
        <a:p>
          <a:pPr marL="0" lvl="0" indent="0" algn="l" defTabSz="488950">
            <a:lnSpc>
              <a:spcPct val="100000"/>
            </a:lnSpc>
            <a:spcBef>
              <a:spcPct val="0"/>
            </a:spcBef>
            <a:spcAft>
              <a:spcPct val="35000"/>
            </a:spcAft>
            <a:buNone/>
          </a:pPr>
          <a:r>
            <a:rPr lang="en-US" sz="1100" kern="1200"/>
            <a:t>Number of qualified instructors per course</a:t>
          </a:r>
        </a:p>
      </dsp:txBody>
      <dsp:txXfrm>
        <a:off x="3677879" y="1489159"/>
        <a:ext cx="2966760" cy="595490"/>
      </dsp:txXfrm>
    </dsp:sp>
    <dsp:sp modelId="{0CAB328A-39C3-46CE-82BC-2618169C923E}">
      <dsp:nvSpPr>
        <dsp:cNvPr id="0" name=""/>
        <dsp:cNvSpPr/>
      </dsp:nvSpPr>
      <dsp:spPr>
        <a:xfrm>
          <a:off x="0" y="2233523"/>
          <a:ext cx="6644640" cy="59549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98E9ED-C397-46A8-B096-5809EC82C28F}">
      <dsp:nvSpPr>
        <dsp:cNvPr id="0" name=""/>
        <dsp:cNvSpPr/>
      </dsp:nvSpPr>
      <dsp:spPr>
        <a:xfrm>
          <a:off x="180135" y="2367508"/>
          <a:ext cx="327519" cy="32751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3806C0D-01F0-463A-8BE1-56E06B174FC4}">
      <dsp:nvSpPr>
        <dsp:cNvPr id="0" name=""/>
        <dsp:cNvSpPr/>
      </dsp:nvSpPr>
      <dsp:spPr>
        <a:xfrm>
          <a:off x="687791" y="2233523"/>
          <a:ext cx="2990087" cy="595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023" tIns="63023" rIns="63023" bIns="63023" numCol="1" spcCol="1270" anchor="ctr" anchorCtr="0">
          <a:noAutofit/>
        </a:bodyPr>
        <a:lstStyle/>
        <a:p>
          <a:pPr marL="0" lvl="0" indent="0" algn="l" defTabSz="666750">
            <a:lnSpc>
              <a:spcPct val="100000"/>
            </a:lnSpc>
            <a:spcBef>
              <a:spcPct val="0"/>
            </a:spcBef>
            <a:spcAft>
              <a:spcPct val="35000"/>
            </a:spcAft>
            <a:buNone/>
          </a:pPr>
          <a:r>
            <a:rPr lang="en-US" sz="1500" b="1" kern="1200" baseline="0"/>
            <a:t>Room capacity vs enrollment</a:t>
          </a:r>
          <a:endParaRPr lang="en-US" sz="1500" kern="1200"/>
        </a:p>
      </dsp:txBody>
      <dsp:txXfrm>
        <a:off x="687791" y="2233523"/>
        <a:ext cx="2990087" cy="595490"/>
      </dsp:txXfrm>
    </dsp:sp>
    <dsp:sp modelId="{551CFD46-FC44-48F6-A988-0BFB44100D57}">
      <dsp:nvSpPr>
        <dsp:cNvPr id="0" name=""/>
        <dsp:cNvSpPr/>
      </dsp:nvSpPr>
      <dsp:spPr>
        <a:xfrm>
          <a:off x="3677879" y="2233523"/>
          <a:ext cx="2966760" cy="595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023" tIns="63023" rIns="63023" bIns="63023" numCol="1" spcCol="1270" anchor="ctr" anchorCtr="0">
          <a:noAutofit/>
        </a:bodyPr>
        <a:lstStyle/>
        <a:p>
          <a:pPr marL="0" lvl="0" indent="0" algn="l" defTabSz="488950">
            <a:lnSpc>
              <a:spcPct val="100000"/>
            </a:lnSpc>
            <a:spcBef>
              <a:spcPct val="0"/>
            </a:spcBef>
            <a:spcAft>
              <a:spcPct val="35000"/>
            </a:spcAft>
            <a:buNone/>
          </a:pPr>
          <a:r>
            <a:rPr lang="en-US" sz="1100" kern="1200"/>
            <a:t>To detect infeasible sections early</a:t>
          </a:r>
        </a:p>
      </dsp:txBody>
      <dsp:txXfrm>
        <a:off x="3677879" y="2233523"/>
        <a:ext cx="2966760" cy="595490"/>
      </dsp:txXfrm>
    </dsp:sp>
    <dsp:sp modelId="{8867AFC8-6406-4A33-92F3-3F22C07F5A98}">
      <dsp:nvSpPr>
        <dsp:cNvPr id="0" name=""/>
        <dsp:cNvSpPr/>
      </dsp:nvSpPr>
      <dsp:spPr>
        <a:xfrm>
          <a:off x="0" y="2977886"/>
          <a:ext cx="6644640" cy="595490"/>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CC75F2-D3D6-42DA-A2FD-A04E6D051C46}">
      <dsp:nvSpPr>
        <dsp:cNvPr id="0" name=""/>
        <dsp:cNvSpPr/>
      </dsp:nvSpPr>
      <dsp:spPr>
        <a:xfrm>
          <a:off x="180135" y="3111872"/>
          <a:ext cx="327519" cy="32751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7F63F96-A484-4E2C-87DD-A34CD535B710}">
      <dsp:nvSpPr>
        <dsp:cNvPr id="0" name=""/>
        <dsp:cNvSpPr/>
      </dsp:nvSpPr>
      <dsp:spPr>
        <a:xfrm>
          <a:off x="687791" y="2977886"/>
          <a:ext cx="2990087" cy="595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023" tIns="63023" rIns="63023" bIns="63023" numCol="1" spcCol="1270" anchor="ctr" anchorCtr="0">
          <a:noAutofit/>
        </a:bodyPr>
        <a:lstStyle/>
        <a:p>
          <a:pPr marL="0" lvl="0" indent="0" algn="l" defTabSz="666750">
            <a:lnSpc>
              <a:spcPct val="100000"/>
            </a:lnSpc>
            <a:spcBef>
              <a:spcPct val="0"/>
            </a:spcBef>
            <a:spcAft>
              <a:spcPct val="35000"/>
            </a:spcAft>
            <a:buNone/>
          </a:pPr>
          <a:r>
            <a:rPr lang="en-US" sz="1500" b="1" kern="1200" baseline="0"/>
            <a:t>Availability density</a:t>
          </a:r>
          <a:endParaRPr lang="en-US" sz="1500" kern="1200"/>
        </a:p>
      </dsp:txBody>
      <dsp:txXfrm>
        <a:off x="687791" y="2977886"/>
        <a:ext cx="2990087" cy="595490"/>
      </dsp:txXfrm>
    </dsp:sp>
    <dsp:sp modelId="{FE998D96-FAA1-42AB-BB65-700EE9A57886}">
      <dsp:nvSpPr>
        <dsp:cNvPr id="0" name=""/>
        <dsp:cNvSpPr/>
      </dsp:nvSpPr>
      <dsp:spPr>
        <a:xfrm>
          <a:off x="3677879" y="2977886"/>
          <a:ext cx="2966760" cy="595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023" tIns="63023" rIns="63023" bIns="63023" numCol="1" spcCol="1270" anchor="ctr" anchorCtr="0">
          <a:noAutofit/>
        </a:bodyPr>
        <a:lstStyle/>
        <a:p>
          <a:pPr marL="0" lvl="0" indent="0" algn="l" defTabSz="488950">
            <a:lnSpc>
              <a:spcPct val="100000"/>
            </a:lnSpc>
            <a:spcBef>
              <a:spcPct val="0"/>
            </a:spcBef>
            <a:spcAft>
              <a:spcPct val="35000"/>
            </a:spcAft>
            <a:buNone/>
          </a:pPr>
          <a:r>
            <a:rPr lang="en-US" sz="1100" kern="1200"/>
            <a:t>To identify instructors with limited time windows</a:t>
          </a:r>
        </a:p>
      </dsp:txBody>
      <dsp:txXfrm>
        <a:off x="3677879" y="2977886"/>
        <a:ext cx="2966760" cy="595490"/>
      </dsp:txXfrm>
    </dsp:sp>
    <dsp:sp modelId="{0D893FFA-D2ED-4B2C-BABA-1A3C1C027767}">
      <dsp:nvSpPr>
        <dsp:cNvPr id="0" name=""/>
        <dsp:cNvSpPr/>
      </dsp:nvSpPr>
      <dsp:spPr>
        <a:xfrm>
          <a:off x="0" y="3722250"/>
          <a:ext cx="6644640" cy="59549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ECCF86-1B56-479E-B564-A4C278F9E12B}">
      <dsp:nvSpPr>
        <dsp:cNvPr id="0" name=""/>
        <dsp:cNvSpPr/>
      </dsp:nvSpPr>
      <dsp:spPr>
        <a:xfrm>
          <a:off x="180135" y="3856235"/>
          <a:ext cx="327519" cy="32751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5D716D7-C119-46BA-9580-C13D71514E00}">
      <dsp:nvSpPr>
        <dsp:cNvPr id="0" name=""/>
        <dsp:cNvSpPr/>
      </dsp:nvSpPr>
      <dsp:spPr>
        <a:xfrm>
          <a:off x="687791" y="3722250"/>
          <a:ext cx="2990087" cy="595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023" tIns="63023" rIns="63023" bIns="63023" numCol="1" spcCol="1270" anchor="ctr" anchorCtr="0">
          <a:noAutofit/>
        </a:bodyPr>
        <a:lstStyle/>
        <a:p>
          <a:pPr marL="0" lvl="0" indent="0" algn="l" defTabSz="666750">
            <a:lnSpc>
              <a:spcPct val="100000"/>
            </a:lnSpc>
            <a:spcBef>
              <a:spcPct val="0"/>
            </a:spcBef>
            <a:spcAft>
              <a:spcPct val="35000"/>
            </a:spcAft>
            <a:buNone/>
          </a:pPr>
          <a:r>
            <a:rPr lang="en-US" sz="1500" b="1" kern="1200" baseline="0"/>
            <a:t>Master vs Bachelor course distribution</a:t>
          </a:r>
          <a:endParaRPr lang="en-US" sz="1500" kern="1200"/>
        </a:p>
      </dsp:txBody>
      <dsp:txXfrm>
        <a:off x="687791" y="3722250"/>
        <a:ext cx="2990087" cy="595490"/>
      </dsp:txXfrm>
    </dsp:sp>
    <dsp:sp modelId="{0D151508-E1CD-4E39-B7B8-BF9B6B7B8E15}">
      <dsp:nvSpPr>
        <dsp:cNvPr id="0" name=""/>
        <dsp:cNvSpPr/>
      </dsp:nvSpPr>
      <dsp:spPr>
        <a:xfrm>
          <a:off x="3677879" y="3722250"/>
          <a:ext cx="2966760" cy="595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023" tIns="63023" rIns="63023" bIns="63023" numCol="1" spcCol="1270" anchor="ctr" anchorCtr="0">
          <a:noAutofit/>
        </a:bodyPr>
        <a:lstStyle/>
        <a:p>
          <a:pPr marL="0" lvl="0" indent="0" algn="l" defTabSz="488950">
            <a:lnSpc>
              <a:spcPct val="100000"/>
            </a:lnSpc>
            <a:spcBef>
              <a:spcPct val="0"/>
            </a:spcBef>
            <a:spcAft>
              <a:spcPct val="35000"/>
            </a:spcAft>
            <a:buNone/>
          </a:pPr>
          <a:r>
            <a:rPr lang="en-US" sz="1100" kern="1200"/>
            <a:t>To validate time-of-day constraints</a:t>
          </a:r>
        </a:p>
      </dsp:txBody>
      <dsp:txXfrm>
        <a:off x="3677879" y="3722250"/>
        <a:ext cx="2966760" cy="595490"/>
      </dsp:txXfrm>
    </dsp:sp>
    <dsp:sp modelId="{7E05D242-66DC-45DA-A6D5-70E302D23904}">
      <dsp:nvSpPr>
        <dsp:cNvPr id="0" name=""/>
        <dsp:cNvSpPr/>
      </dsp:nvSpPr>
      <dsp:spPr>
        <a:xfrm>
          <a:off x="0" y="4466613"/>
          <a:ext cx="6644640" cy="59549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7CAA46-ECD7-4EEA-B843-C86F08115A58}">
      <dsp:nvSpPr>
        <dsp:cNvPr id="0" name=""/>
        <dsp:cNvSpPr/>
      </dsp:nvSpPr>
      <dsp:spPr>
        <a:xfrm>
          <a:off x="180135" y="4600599"/>
          <a:ext cx="327519" cy="327519"/>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E0951C7-738E-49F4-99C1-D995B7A8AD85}">
      <dsp:nvSpPr>
        <dsp:cNvPr id="0" name=""/>
        <dsp:cNvSpPr/>
      </dsp:nvSpPr>
      <dsp:spPr>
        <a:xfrm>
          <a:off x="687791" y="4466613"/>
          <a:ext cx="5956848" cy="595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023" tIns="63023" rIns="63023" bIns="63023" numCol="1" spcCol="1270" anchor="ctr" anchorCtr="0">
          <a:noAutofit/>
        </a:bodyPr>
        <a:lstStyle/>
        <a:p>
          <a:pPr marL="0" lvl="0" indent="0" algn="l" defTabSz="666750">
            <a:lnSpc>
              <a:spcPct val="100000"/>
            </a:lnSpc>
            <a:spcBef>
              <a:spcPct val="0"/>
            </a:spcBef>
            <a:spcAft>
              <a:spcPct val="35000"/>
            </a:spcAft>
            <a:buNone/>
          </a:pPr>
          <a:r>
            <a:rPr lang="en-US" sz="1500" kern="1200" baseline="0"/>
            <a:t>Purpose: ensure </a:t>
          </a:r>
          <a:r>
            <a:rPr lang="en-US" sz="1500" b="1" kern="1200" baseline="0"/>
            <a:t>no empty domains</a:t>
          </a:r>
          <a:r>
            <a:rPr lang="en-US" sz="1500" kern="1200" baseline="0"/>
            <a:t> and detect unsatisfiable cases before search</a:t>
          </a:r>
          <a:endParaRPr lang="en-US" sz="1500" kern="1200"/>
        </a:p>
      </dsp:txBody>
      <dsp:txXfrm>
        <a:off x="687791" y="4466613"/>
        <a:ext cx="5956848" cy="59549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E19421-B65D-4696-A806-45B4B2ECC386}">
      <dsp:nvSpPr>
        <dsp:cNvPr id="0" name=""/>
        <dsp:cNvSpPr/>
      </dsp:nvSpPr>
      <dsp:spPr>
        <a:xfrm>
          <a:off x="2138955" y="1511"/>
          <a:ext cx="8555820" cy="1549741"/>
        </a:xfrm>
        <a:prstGeom prst="rect">
          <a:avLst/>
        </a:prstGeom>
        <a:solidFill>
          <a:schemeClr val="accent6">
            <a:hueOff val="0"/>
            <a:satOff val="0"/>
            <a:lumOff val="0"/>
            <a:alphaOff val="0"/>
          </a:schemeClr>
        </a:solidFill>
        <a:ln w="1397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66007" tIns="393634" rIns="166007" bIns="393634" numCol="1" spcCol="1270" anchor="ctr" anchorCtr="0">
          <a:noAutofit/>
        </a:bodyPr>
        <a:lstStyle/>
        <a:p>
          <a:pPr marL="0" lvl="0" indent="0" algn="l" defTabSz="488950">
            <a:lnSpc>
              <a:spcPct val="90000"/>
            </a:lnSpc>
            <a:spcBef>
              <a:spcPct val="0"/>
            </a:spcBef>
            <a:spcAft>
              <a:spcPct val="35000"/>
            </a:spcAft>
            <a:buNone/>
          </a:pPr>
          <a:r>
            <a:rPr lang="en-US" sz="1100" b="1" kern="1200" dirty="0"/>
            <a:t>Initialize domains</a:t>
          </a:r>
          <a:r>
            <a:rPr lang="en-US" sz="1100" kern="1200" dirty="0"/>
            <a:t> for all meeting variables using preprocessed data</a:t>
          </a:r>
        </a:p>
        <a:p>
          <a:pPr marL="0" lvl="0" indent="0" algn="l" defTabSz="488950">
            <a:lnSpc>
              <a:spcPct val="90000"/>
            </a:lnSpc>
            <a:spcBef>
              <a:spcPct val="0"/>
            </a:spcBef>
            <a:spcAft>
              <a:spcPct val="35000"/>
            </a:spcAft>
            <a:buNone/>
          </a:pPr>
          <a:r>
            <a:rPr lang="en-US" sz="1100" b="1" kern="1200" dirty="0"/>
            <a:t>Select a variable</a:t>
          </a:r>
          <a:r>
            <a:rPr lang="en-US" sz="1100" kern="1200" dirty="0"/>
            <a:t> using </a:t>
          </a:r>
          <a:r>
            <a:rPr lang="en-US" sz="1100" b="1" kern="1200" dirty="0"/>
            <a:t>Minimum Remaining Values (MRV)</a:t>
          </a:r>
          <a:endParaRPr lang="en-US" sz="1100" kern="1200" dirty="0"/>
        </a:p>
        <a:p>
          <a:pPr marL="0" lvl="0" indent="0" algn="l" defTabSz="488950">
            <a:lnSpc>
              <a:spcPct val="90000"/>
            </a:lnSpc>
            <a:spcBef>
              <a:spcPct val="0"/>
            </a:spcBef>
            <a:spcAft>
              <a:spcPct val="35000"/>
            </a:spcAft>
            <a:buNone/>
          </a:pPr>
          <a:r>
            <a:rPr lang="en-US" sz="1100" b="1" kern="1200"/>
            <a:t>Order values</a:t>
          </a:r>
          <a:r>
            <a:rPr lang="en-US" sz="1100" kern="1200"/>
            <a:t> using </a:t>
          </a:r>
          <a:r>
            <a:rPr lang="en-US" sz="1100" b="1" kern="1200"/>
            <a:t>Least Constraining Value (LCV)</a:t>
          </a:r>
          <a:endParaRPr lang="en-US" sz="1100" kern="1200"/>
        </a:p>
        <a:p>
          <a:pPr marL="0" lvl="0" indent="0" algn="l" defTabSz="488950">
            <a:lnSpc>
              <a:spcPct val="90000"/>
            </a:lnSpc>
            <a:spcBef>
              <a:spcPct val="0"/>
            </a:spcBef>
            <a:spcAft>
              <a:spcPct val="35000"/>
            </a:spcAft>
            <a:buNone/>
          </a:pPr>
          <a:r>
            <a:rPr lang="en-US" sz="1100" b="1" kern="1200" dirty="0"/>
            <a:t>Check hard constraints</a:t>
          </a:r>
          <a:r>
            <a:rPr lang="en-US" sz="1100" kern="1200" dirty="0"/>
            <a:t> (conflict, availability, academic rules)</a:t>
          </a:r>
        </a:p>
        <a:p>
          <a:pPr marL="0" lvl="0" indent="0" algn="l" defTabSz="488950">
            <a:lnSpc>
              <a:spcPct val="90000"/>
            </a:lnSpc>
            <a:spcBef>
              <a:spcPct val="0"/>
            </a:spcBef>
            <a:spcAft>
              <a:spcPct val="35000"/>
            </a:spcAft>
            <a:buNone/>
          </a:pPr>
          <a:r>
            <a:rPr lang="en-US" sz="1100" b="1" kern="1200"/>
            <a:t>Accumulate soft constraint penalties</a:t>
          </a:r>
          <a:endParaRPr lang="en-US" sz="1100" kern="1200"/>
        </a:p>
        <a:p>
          <a:pPr marL="0" lvl="0" indent="0" algn="l" defTabSz="488950">
            <a:lnSpc>
              <a:spcPct val="90000"/>
            </a:lnSpc>
            <a:spcBef>
              <a:spcPct val="0"/>
            </a:spcBef>
            <a:spcAft>
              <a:spcPct val="35000"/>
            </a:spcAft>
            <a:buNone/>
          </a:pPr>
          <a:r>
            <a:rPr lang="en-US" sz="1100" b="1" kern="1200"/>
            <a:t>Apply Branch &amp; Bound pruning</a:t>
          </a:r>
          <a:endParaRPr lang="en-US" sz="1100" kern="1200"/>
        </a:p>
        <a:p>
          <a:pPr marL="0" lvl="0" indent="0" algn="l" defTabSz="488950">
            <a:lnSpc>
              <a:spcPct val="90000"/>
            </a:lnSpc>
            <a:spcBef>
              <a:spcPct val="0"/>
            </a:spcBef>
            <a:spcAft>
              <a:spcPct val="35000"/>
            </a:spcAft>
            <a:buNone/>
          </a:pPr>
          <a:r>
            <a:rPr lang="en-US" sz="1100" b="1" kern="1200"/>
            <a:t>Backtrack</a:t>
          </a:r>
          <a:r>
            <a:rPr lang="en-US" sz="1100" kern="1200"/>
            <a:t> until time limit or best solution is found</a:t>
          </a:r>
        </a:p>
      </dsp:txBody>
      <dsp:txXfrm>
        <a:off x="2138955" y="1511"/>
        <a:ext cx="8555820" cy="1549741"/>
      </dsp:txXfrm>
    </dsp:sp>
    <dsp:sp modelId="{CB1DFE71-25AA-46E6-BB9A-152848097137}">
      <dsp:nvSpPr>
        <dsp:cNvPr id="0" name=""/>
        <dsp:cNvSpPr/>
      </dsp:nvSpPr>
      <dsp:spPr>
        <a:xfrm>
          <a:off x="0" y="1511"/>
          <a:ext cx="2138955" cy="1549741"/>
        </a:xfrm>
        <a:prstGeom prst="rect">
          <a:avLst/>
        </a:prstGeom>
        <a:solidFill>
          <a:schemeClr val="lt1">
            <a:hueOff val="0"/>
            <a:satOff val="0"/>
            <a:lumOff val="0"/>
            <a:alphaOff val="0"/>
          </a:schemeClr>
        </a:solidFill>
        <a:ln w="1397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186" tIns="153080" rIns="113186" bIns="153080" numCol="1" spcCol="1270" anchor="ctr" anchorCtr="0">
          <a:noAutofit/>
        </a:bodyPr>
        <a:lstStyle/>
        <a:p>
          <a:pPr marL="0" lvl="0" indent="0" algn="ctr" defTabSz="622300">
            <a:lnSpc>
              <a:spcPct val="90000"/>
            </a:lnSpc>
            <a:spcBef>
              <a:spcPct val="0"/>
            </a:spcBef>
            <a:spcAft>
              <a:spcPct val="35000"/>
            </a:spcAft>
            <a:buNone/>
          </a:pPr>
          <a:r>
            <a:rPr lang="en-US" sz="1400" b="1" kern="1200"/>
            <a:t>Algorithm Steps</a:t>
          </a:r>
          <a:endParaRPr lang="en-US" sz="1400" kern="1200"/>
        </a:p>
      </dsp:txBody>
      <dsp:txXfrm>
        <a:off x="0" y="1511"/>
        <a:ext cx="2138955" cy="1549741"/>
      </dsp:txXfrm>
    </dsp:sp>
    <dsp:sp modelId="{BD83A102-BA8E-4A12-8021-4CAB92A82F32}">
      <dsp:nvSpPr>
        <dsp:cNvPr id="0" name=""/>
        <dsp:cNvSpPr/>
      </dsp:nvSpPr>
      <dsp:spPr>
        <a:xfrm>
          <a:off x="2138955" y="1644238"/>
          <a:ext cx="8555820" cy="1549741"/>
        </a:xfrm>
        <a:prstGeom prst="rect">
          <a:avLst/>
        </a:prstGeom>
        <a:solidFill>
          <a:schemeClr val="accent6">
            <a:hueOff val="0"/>
            <a:satOff val="0"/>
            <a:lumOff val="0"/>
            <a:alphaOff val="0"/>
          </a:schemeClr>
        </a:solidFill>
        <a:ln w="1397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66007" tIns="393634" rIns="166007" bIns="393634" numCol="1" spcCol="1270" anchor="ctr" anchorCtr="0">
          <a:noAutofit/>
        </a:bodyPr>
        <a:lstStyle/>
        <a:p>
          <a:pPr marL="0" lvl="0" indent="0" algn="l" defTabSz="488950">
            <a:lnSpc>
              <a:spcPct val="90000"/>
            </a:lnSpc>
            <a:spcBef>
              <a:spcPct val="0"/>
            </a:spcBef>
            <a:spcAft>
              <a:spcPct val="35000"/>
            </a:spcAft>
            <a:buNone/>
          </a:pPr>
          <a:r>
            <a:rPr lang="en-US" sz="1100" b="1" kern="1200" dirty="0"/>
            <a:t>MRV</a:t>
          </a:r>
          <a:r>
            <a:rPr lang="en-US" sz="1100" kern="1200" dirty="0"/>
            <a:t>: selects the most constrained meeting first</a:t>
          </a:r>
        </a:p>
        <a:p>
          <a:pPr marL="0" lvl="0" indent="0" algn="l" defTabSz="488950">
            <a:lnSpc>
              <a:spcPct val="90000"/>
            </a:lnSpc>
            <a:spcBef>
              <a:spcPct val="0"/>
            </a:spcBef>
            <a:spcAft>
              <a:spcPct val="35000"/>
            </a:spcAft>
            <a:buNone/>
          </a:pPr>
          <a:r>
            <a:rPr lang="en-US" sz="1100" b="1" kern="1200"/>
            <a:t>LCV</a:t>
          </a:r>
          <a:r>
            <a:rPr lang="en-US" sz="1100" kern="1200"/>
            <a:t>: prefers assignments that restrict future choices least</a:t>
          </a:r>
        </a:p>
        <a:p>
          <a:pPr marL="0" lvl="0" indent="0" algn="l" defTabSz="488950">
            <a:lnSpc>
              <a:spcPct val="90000"/>
            </a:lnSpc>
            <a:spcBef>
              <a:spcPct val="0"/>
            </a:spcBef>
            <a:spcAft>
              <a:spcPct val="35000"/>
            </a:spcAft>
            <a:buNone/>
          </a:pPr>
          <a:r>
            <a:rPr lang="en-US" sz="1100" b="1" kern="1200"/>
            <a:t>Branch &amp; Bound</a:t>
          </a:r>
          <a:r>
            <a:rPr lang="en-US" sz="1100" kern="1200"/>
            <a:t>: prunes solutions worse than the current best</a:t>
          </a:r>
        </a:p>
      </dsp:txBody>
      <dsp:txXfrm>
        <a:off x="2138955" y="1644238"/>
        <a:ext cx="8555820" cy="1549741"/>
      </dsp:txXfrm>
    </dsp:sp>
    <dsp:sp modelId="{3745E72F-0F31-4C30-9C1C-027E4E1C4643}">
      <dsp:nvSpPr>
        <dsp:cNvPr id="0" name=""/>
        <dsp:cNvSpPr/>
      </dsp:nvSpPr>
      <dsp:spPr>
        <a:xfrm>
          <a:off x="0" y="1644238"/>
          <a:ext cx="2138955" cy="1549741"/>
        </a:xfrm>
        <a:prstGeom prst="rect">
          <a:avLst/>
        </a:prstGeom>
        <a:solidFill>
          <a:schemeClr val="lt1">
            <a:hueOff val="0"/>
            <a:satOff val="0"/>
            <a:lumOff val="0"/>
            <a:alphaOff val="0"/>
          </a:schemeClr>
        </a:solidFill>
        <a:ln w="1397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186" tIns="153080" rIns="113186" bIns="153080" numCol="1" spcCol="1270" anchor="ctr" anchorCtr="0">
          <a:noAutofit/>
        </a:bodyPr>
        <a:lstStyle/>
        <a:p>
          <a:pPr marL="0" lvl="0" indent="0" algn="ctr" defTabSz="622300">
            <a:lnSpc>
              <a:spcPct val="90000"/>
            </a:lnSpc>
            <a:spcBef>
              <a:spcPct val="0"/>
            </a:spcBef>
            <a:spcAft>
              <a:spcPct val="35000"/>
            </a:spcAft>
            <a:buNone/>
          </a:pPr>
          <a:r>
            <a:rPr lang="en-US" sz="1400" b="1" kern="1200"/>
            <a:t>Heuristics Used</a:t>
          </a:r>
          <a:endParaRPr lang="en-US" sz="1400" kern="1200"/>
        </a:p>
      </dsp:txBody>
      <dsp:txXfrm>
        <a:off x="0" y="1644238"/>
        <a:ext cx="2138955" cy="1549741"/>
      </dsp:txXfrm>
    </dsp:sp>
    <dsp:sp modelId="{4B3976B2-1AF6-475F-AB2B-FB13E693D8A5}">
      <dsp:nvSpPr>
        <dsp:cNvPr id="0" name=""/>
        <dsp:cNvSpPr/>
      </dsp:nvSpPr>
      <dsp:spPr>
        <a:xfrm>
          <a:off x="2138955" y="3286964"/>
          <a:ext cx="8555820" cy="1549741"/>
        </a:xfrm>
        <a:prstGeom prst="rect">
          <a:avLst/>
        </a:prstGeom>
        <a:solidFill>
          <a:schemeClr val="accent6">
            <a:hueOff val="0"/>
            <a:satOff val="0"/>
            <a:lumOff val="0"/>
            <a:alphaOff val="0"/>
          </a:schemeClr>
        </a:solidFill>
        <a:ln w="1397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66007" tIns="393634" rIns="166007" bIns="393634" numCol="1" spcCol="1270" anchor="ctr" anchorCtr="0">
          <a:noAutofit/>
        </a:bodyPr>
        <a:lstStyle/>
        <a:p>
          <a:pPr marL="0" lvl="0" indent="0" algn="l" defTabSz="488950">
            <a:lnSpc>
              <a:spcPct val="90000"/>
            </a:lnSpc>
            <a:spcBef>
              <a:spcPct val="0"/>
            </a:spcBef>
            <a:spcAft>
              <a:spcPct val="35000"/>
            </a:spcAft>
            <a:buNone/>
          </a:pPr>
          <a:r>
            <a:rPr lang="en-US" sz="1100" kern="1200" dirty="0"/>
            <a:t>Minimize total penalty while satisfying all hard constraints.</a:t>
          </a:r>
        </a:p>
        <a:p>
          <a:pPr marL="0" lvl="0" indent="0" algn="l" defTabSz="488950">
            <a:lnSpc>
              <a:spcPct val="90000"/>
            </a:lnSpc>
            <a:spcBef>
              <a:spcPct val="0"/>
            </a:spcBef>
            <a:spcAft>
              <a:spcPct val="35000"/>
            </a:spcAft>
            <a:buNone/>
          </a:pPr>
          <a:r>
            <a:rPr lang="en-US" sz="1100" kern="1200" dirty="0"/>
            <a:t>We solve the problem as a soft constraint satisfaction problem using backtracking. At each step, we select the most constrained meeting variable using MRV and try values ordered by LCV to minimize future conflicts. Hard constraints are enforced strictly, while soft constraints contribute to a penalty function. Branch and bound pruning allows us to discard partial solutions that cannot outperform the current best solution, enabling us to find low-penalty schedules within a fixed time limit.</a:t>
          </a:r>
        </a:p>
      </dsp:txBody>
      <dsp:txXfrm>
        <a:off x="2138955" y="3286964"/>
        <a:ext cx="8555820" cy="1549741"/>
      </dsp:txXfrm>
    </dsp:sp>
    <dsp:sp modelId="{308CAFE1-1EC7-4A50-A424-C1E8318160EA}">
      <dsp:nvSpPr>
        <dsp:cNvPr id="0" name=""/>
        <dsp:cNvSpPr/>
      </dsp:nvSpPr>
      <dsp:spPr>
        <a:xfrm>
          <a:off x="0" y="3286964"/>
          <a:ext cx="2138955" cy="1549741"/>
        </a:xfrm>
        <a:prstGeom prst="rect">
          <a:avLst/>
        </a:prstGeom>
        <a:solidFill>
          <a:schemeClr val="lt1">
            <a:hueOff val="0"/>
            <a:satOff val="0"/>
            <a:lumOff val="0"/>
            <a:alphaOff val="0"/>
          </a:schemeClr>
        </a:solidFill>
        <a:ln w="1397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186" tIns="153080" rIns="113186" bIns="153080" numCol="1" spcCol="1270" anchor="ctr" anchorCtr="0">
          <a:noAutofit/>
        </a:bodyPr>
        <a:lstStyle/>
        <a:p>
          <a:pPr marL="0" lvl="0" indent="0" algn="ctr" defTabSz="622300">
            <a:lnSpc>
              <a:spcPct val="90000"/>
            </a:lnSpc>
            <a:spcBef>
              <a:spcPct val="0"/>
            </a:spcBef>
            <a:spcAft>
              <a:spcPct val="35000"/>
            </a:spcAft>
            <a:buNone/>
          </a:pPr>
          <a:r>
            <a:rPr lang="en-US" sz="1400" b="1" kern="1200"/>
            <a:t>Optimization Objective</a:t>
          </a:r>
          <a:endParaRPr lang="en-US" sz="1400" kern="1200"/>
        </a:p>
      </dsp:txBody>
      <dsp:txXfrm>
        <a:off x="0" y="3286964"/>
        <a:ext cx="2138955" cy="154974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179F1D-89DE-4D66-9797-10E6B951C55D}">
      <dsp:nvSpPr>
        <dsp:cNvPr id="0" name=""/>
        <dsp:cNvSpPr/>
      </dsp:nvSpPr>
      <dsp:spPr>
        <a:xfrm>
          <a:off x="2667590" y="1025086"/>
          <a:ext cx="581733" cy="91440"/>
        </a:xfrm>
        <a:custGeom>
          <a:avLst/>
          <a:gdLst/>
          <a:ahLst/>
          <a:cxnLst/>
          <a:rect l="0" t="0" r="0" b="0"/>
          <a:pathLst>
            <a:path>
              <a:moveTo>
                <a:pt x="0" y="45720"/>
              </a:moveTo>
              <a:lnTo>
                <a:pt x="581733"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43149" y="1067745"/>
        <a:ext cx="30616" cy="6123"/>
      </dsp:txXfrm>
    </dsp:sp>
    <dsp:sp modelId="{A84D329E-0E2F-4F7E-8192-4EAD45C5870E}">
      <dsp:nvSpPr>
        <dsp:cNvPr id="0" name=""/>
        <dsp:cNvSpPr/>
      </dsp:nvSpPr>
      <dsp:spPr>
        <a:xfrm>
          <a:off x="7072" y="272111"/>
          <a:ext cx="2662318" cy="1597391"/>
        </a:xfrm>
        <a:prstGeom prst="rect">
          <a:avLst/>
        </a:prstGeom>
        <a:solidFill>
          <a:schemeClr val="accent2">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30456" tIns="136936" rIns="130456" bIns="136936" numCol="1" spcCol="1270" anchor="ctr" anchorCtr="0">
          <a:noAutofit/>
        </a:bodyPr>
        <a:lstStyle/>
        <a:p>
          <a:pPr marL="0" lvl="0" indent="0" algn="ctr" defTabSz="844550">
            <a:lnSpc>
              <a:spcPct val="90000"/>
            </a:lnSpc>
            <a:spcBef>
              <a:spcPct val="0"/>
            </a:spcBef>
            <a:spcAft>
              <a:spcPct val="35000"/>
            </a:spcAft>
            <a:buNone/>
          </a:pPr>
          <a:r>
            <a:rPr lang="en-US" sz="1900" kern="1200" baseline="0"/>
            <a:t>Hard constraints must always be satisfied to ensure timetable feasibility</a:t>
          </a:r>
          <a:endParaRPr lang="en-US" sz="1900" kern="1200"/>
        </a:p>
      </dsp:txBody>
      <dsp:txXfrm>
        <a:off x="7072" y="272111"/>
        <a:ext cx="2662318" cy="1597391"/>
      </dsp:txXfrm>
    </dsp:sp>
    <dsp:sp modelId="{FCA2BE54-97B1-4DE6-88FB-AF41CBD13F8B}">
      <dsp:nvSpPr>
        <dsp:cNvPr id="0" name=""/>
        <dsp:cNvSpPr/>
      </dsp:nvSpPr>
      <dsp:spPr>
        <a:xfrm>
          <a:off x="5942242" y="1025086"/>
          <a:ext cx="581733" cy="91440"/>
        </a:xfrm>
        <a:custGeom>
          <a:avLst/>
          <a:gdLst/>
          <a:ahLst/>
          <a:cxnLst/>
          <a:rect l="0" t="0" r="0" b="0"/>
          <a:pathLst>
            <a:path>
              <a:moveTo>
                <a:pt x="0" y="45720"/>
              </a:moveTo>
              <a:lnTo>
                <a:pt x="581733" y="45720"/>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217801" y="1067745"/>
        <a:ext cx="30616" cy="6123"/>
      </dsp:txXfrm>
    </dsp:sp>
    <dsp:sp modelId="{A81CB04C-F057-4AF1-88E2-2C4FFC018697}">
      <dsp:nvSpPr>
        <dsp:cNvPr id="0" name=""/>
        <dsp:cNvSpPr/>
      </dsp:nvSpPr>
      <dsp:spPr>
        <a:xfrm>
          <a:off x="3281724" y="272111"/>
          <a:ext cx="2662318" cy="1597391"/>
        </a:xfrm>
        <a:prstGeom prst="rect">
          <a:avLst/>
        </a:prstGeom>
        <a:solidFill>
          <a:schemeClr val="accent3">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30456" tIns="136936" rIns="130456" bIns="136936" numCol="1" spcCol="1270" anchor="ctr" anchorCtr="0">
          <a:noAutofit/>
        </a:bodyPr>
        <a:lstStyle/>
        <a:p>
          <a:pPr marL="0" lvl="0" indent="0" algn="ctr" defTabSz="844550">
            <a:lnSpc>
              <a:spcPct val="90000"/>
            </a:lnSpc>
            <a:spcBef>
              <a:spcPct val="0"/>
            </a:spcBef>
            <a:spcAft>
              <a:spcPct val="35000"/>
            </a:spcAft>
            <a:buNone/>
          </a:pPr>
          <a:r>
            <a:rPr lang="en-US" sz="1900" kern="1200" baseline="0"/>
            <a:t>Soft constraints improve schedule quality but increase search complexity</a:t>
          </a:r>
          <a:endParaRPr lang="en-US" sz="1900" kern="1200"/>
        </a:p>
      </dsp:txBody>
      <dsp:txXfrm>
        <a:off x="3281724" y="272111"/>
        <a:ext cx="2662318" cy="1597391"/>
      </dsp:txXfrm>
    </dsp:sp>
    <dsp:sp modelId="{93167FD4-654C-48E3-8052-97EE43509546}">
      <dsp:nvSpPr>
        <dsp:cNvPr id="0" name=""/>
        <dsp:cNvSpPr/>
      </dsp:nvSpPr>
      <dsp:spPr>
        <a:xfrm>
          <a:off x="1338231" y="1867702"/>
          <a:ext cx="6549303" cy="581733"/>
        </a:xfrm>
        <a:custGeom>
          <a:avLst/>
          <a:gdLst/>
          <a:ahLst/>
          <a:cxnLst/>
          <a:rect l="0" t="0" r="0" b="0"/>
          <a:pathLst>
            <a:path>
              <a:moveTo>
                <a:pt x="6549303" y="0"/>
              </a:moveTo>
              <a:lnTo>
                <a:pt x="6549303" y="307966"/>
              </a:lnTo>
              <a:lnTo>
                <a:pt x="0" y="307966"/>
              </a:lnTo>
              <a:lnTo>
                <a:pt x="0" y="581733"/>
              </a:lnTo>
            </a:path>
          </a:pathLst>
        </a:custGeom>
        <a:noFill/>
        <a:ln w="9525"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48436" y="2155507"/>
        <a:ext cx="328893" cy="6123"/>
      </dsp:txXfrm>
    </dsp:sp>
    <dsp:sp modelId="{F3B83EA3-CD22-49BB-B5EE-80683D65B03E}">
      <dsp:nvSpPr>
        <dsp:cNvPr id="0" name=""/>
        <dsp:cNvSpPr/>
      </dsp:nvSpPr>
      <dsp:spPr>
        <a:xfrm>
          <a:off x="6556376" y="272111"/>
          <a:ext cx="2662318" cy="1597391"/>
        </a:xfrm>
        <a:prstGeom prst="rect">
          <a:avLst/>
        </a:prstGeom>
        <a:solidFill>
          <a:schemeClr val="accent4">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30456" tIns="136936" rIns="130456" bIns="136936" numCol="1" spcCol="1270" anchor="ctr" anchorCtr="0">
          <a:noAutofit/>
        </a:bodyPr>
        <a:lstStyle/>
        <a:p>
          <a:pPr marL="0" lvl="0" indent="0" algn="ctr" defTabSz="844550">
            <a:lnSpc>
              <a:spcPct val="90000"/>
            </a:lnSpc>
            <a:spcBef>
              <a:spcPct val="0"/>
            </a:spcBef>
            <a:spcAft>
              <a:spcPct val="35000"/>
            </a:spcAft>
            <a:buNone/>
          </a:pPr>
          <a:r>
            <a:rPr lang="en-US" sz="1900" kern="1200" baseline="0"/>
            <a:t>Heuristic choices (MRV, LCV) significantly affect runtime performance</a:t>
          </a:r>
          <a:endParaRPr lang="en-US" sz="1900" kern="1200"/>
        </a:p>
      </dsp:txBody>
      <dsp:txXfrm>
        <a:off x="6556376" y="272111"/>
        <a:ext cx="2662318" cy="1597391"/>
      </dsp:txXfrm>
    </dsp:sp>
    <dsp:sp modelId="{5B5A0543-1F42-40D4-9C86-92BD20BDE9CE}">
      <dsp:nvSpPr>
        <dsp:cNvPr id="0" name=""/>
        <dsp:cNvSpPr/>
      </dsp:nvSpPr>
      <dsp:spPr>
        <a:xfrm>
          <a:off x="2667590" y="3234811"/>
          <a:ext cx="581733" cy="91440"/>
        </a:xfrm>
        <a:custGeom>
          <a:avLst/>
          <a:gdLst/>
          <a:ahLst/>
          <a:cxnLst/>
          <a:rect l="0" t="0" r="0" b="0"/>
          <a:pathLst>
            <a:path>
              <a:moveTo>
                <a:pt x="0" y="45720"/>
              </a:moveTo>
              <a:lnTo>
                <a:pt x="581733" y="45720"/>
              </a:lnTo>
            </a:path>
          </a:pathLst>
        </a:custGeom>
        <a:noFill/>
        <a:ln w="9525"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43149" y="3277469"/>
        <a:ext cx="30616" cy="6123"/>
      </dsp:txXfrm>
    </dsp:sp>
    <dsp:sp modelId="{1AD1B459-73BE-42E5-AA02-F065FA7FC94E}">
      <dsp:nvSpPr>
        <dsp:cNvPr id="0" name=""/>
        <dsp:cNvSpPr/>
      </dsp:nvSpPr>
      <dsp:spPr>
        <a:xfrm>
          <a:off x="7072" y="2481835"/>
          <a:ext cx="2662318" cy="1597391"/>
        </a:xfrm>
        <a:prstGeom prst="rect">
          <a:avLst/>
        </a:prstGeom>
        <a:solidFill>
          <a:schemeClr val="accent5">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30456" tIns="136936" rIns="130456" bIns="136936" numCol="1" spcCol="1270" anchor="ctr" anchorCtr="0">
          <a:noAutofit/>
        </a:bodyPr>
        <a:lstStyle/>
        <a:p>
          <a:pPr marL="0" lvl="0" indent="0" algn="ctr" defTabSz="844550">
            <a:lnSpc>
              <a:spcPct val="90000"/>
            </a:lnSpc>
            <a:spcBef>
              <a:spcPct val="0"/>
            </a:spcBef>
            <a:spcAft>
              <a:spcPct val="35000"/>
            </a:spcAft>
            <a:buNone/>
          </a:pPr>
          <a:r>
            <a:rPr lang="en-US" sz="1900" kern="1200" baseline="0"/>
            <a:t>Trade-off between solution optimality and computational efficiency</a:t>
          </a:r>
          <a:endParaRPr lang="en-US" sz="1900" kern="1200"/>
        </a:p>
      </dsp:txBody>
      <dsp:txXfrm>
        <a:off x="7072" y="2481835"/>
        <a:ext cx="2662318" cy="1597391"/>
      </dsp:txXfrm>
    </dsp:sp>
    <dsp:sp modelId="{FCAAAC18-7923-440F-913F-A4D5C3F1A521}">
      <dsp:nvSpPr>
        <dsp:cNvPr id="0" name=""/>
        <dsp:cNvSpPr/>
      </dsp:nvSpPr>
      <dsp:spPr>
        <a:xfrm>
          <a:off x="5942242" y="3234811"/>
          <a:ext cx="581733" cy="91440"/>
        </a:xfrm>
        <a:custGeom>
          <a:avLst/>
          <a:gdLst/>
          <a:ahLst/>
          <a:cxnLst/>
          <a:rect l="0" t="0" r="0" b="0"/>
          <a:pathLst>
            <a:path>
              <a:moveTo>
                <a:pt x="0" y="45720"/>
              </a:moveTo>
              <a:lnTo>
                <a:pt x="581733" y="45720"/>
              </a:lnTo>
            </a:path>
          </a:pathLst>
        </a:custGeom>
        <a:noFill/>
        <a:ln w="9525"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217801" y="3277469"/>
        <a:ext cx="30616" cy="6123"/>
      </dsp:txXfrm>
    </dsp:sp>
    <dsp:sp modelId="{5FA8D1C7-6188-446A-BC45-D6A049FEA72D}">
      <dsp:nvSpPr>
        <dsp:cNvPr id="0" name=""/>
        <dsp:cNvSpPr/>
      </dsp:nvSpPr>
      <dsp:spPr>
        <a:xfrm>
          <a:off x="3281724" y="2481835"/>
          <a:ext cx="2662318" cy="1597391"/>
        </a:xfrm>
        <a:prstGeom prst="rect">
          <a:avLst/>
        </a:prstGeom>
        <a:solidFill>
          <a:schemeClr val="accent6">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30456" tIns="136936" rIns="130456" bIns="136936" numCol="1" spcCol="1270" anchor="ctr" anchorCtr="0">
          <a:noAutofit/>
        </a:bodyPr>
        <a:lstStyle/>
        <a:p>
          <a:pPr marL="0" lvl="0" indent="0" algn="ctr" defTabSz="844550">
            <a:lnSpc>
              <a:spcPct val="90000"/>
            </a:lnSpc>
            <a:spcBef>
              <a:spcPct val="0"/>
            </a:spcBef>
            <a:spcAft>
              <a:spcPct val="35000"/>
            </a:spcAft>
            <a:buNone/>
          </a:pPr>
          <a:r>
            <a:rPr lang="en-US" sz="1900" kern="1200" baseline="0"/>
            <a:t>Constraint conflicts may arise due to limited room capacity or instructor availability</a:t>
          </a:r>
          <a:endParaRPr lang="en-US" sz="1900" kern="1200"/>
        </a:p>
      </dsp:txBody>
      <dsp:txXfrm>
        <a:off x="3281724" y="2481835"/>
        <a:ext cx="2662318" cy="1597391"/>
      </dsp:txXfrm>
    </dsp:sp>
    <dsp:sp modelId="{94B2B115-6CF1-44F6-A1E0-5F25B5396DFD}">
      <dsp:nvSpPr>
        <dsp:cNvPr id="0" name=""/>
        <dsp:cNvSpPr/>
      </dsp:nvSpPr>
      <dsp:spPr>
        <a:xfrm>
          <a:off x="6556376" y="2481835"/>
          <a:ext cx="2662318" cy="1597391"/>
        </a:xfrm>
        <a:prstGeom prst="rect">
          <a:avLst/>
        </a:prstGeom>
        <a:solidFill>
          <a:schemeClr val="accent2">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30456" tIns="136936" rIns="130456" bIns="136936" numCol="1" spcCol="1270" anchor="ctr" anchorCtr="0">
          <a:noAutofit/>
        </a:bodyPr>
        <a:lstStyle/>
        <a:p>
          <a:pPr marL="0" lvl="0" indent="0" algn="ctr" defTabSz="844550">
            <a:lnSpc>
              <a:spcPct val="90000"/>
            </a:lnSpc>
            <a:spcBef>
              <a:spcPct val="0"/>
            </a:spcBef>
            <a:spcAft>
              <a:spcPct val="35000"/>
            </a:spcAft>
            <a:buNone/>
          </a:pPr>
          <a:r>
            <a:rPr lang="en-US" sz="1900" kern="1200" baseline="0"/>
            <a:t>Timetabling is not just scheduling, but balancing fairness, preferences, and feasibility</a:t>
          </a:r>
          <a:endParaRPr lang="en-US" sz="1900" kern="1200"/>
        </a:p>
      </dsp:txBody>
      <dsp:txXfrm>
        <a:off x="6556376" y="2481835"/>
        <a:ext cx="2662318" cy="159739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7FE4C4-8765-4921-A5B5-B138A124B366}" type="datetimeFigureOut">
              <a:rPr lang="en-US" smtClean="0"/>
              <a:t>12/16/2025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4A5B3A-E7EB-4322-8A57-70E59BA6B18C}" type="slidenum">
              <a:rPr lang="en-US" smtClean="0"/>
              <a:t>‹#›</a:t>
            </a:fld>
            <a:endParaRPr lang="en-US"/>
          </a:p>
        </p:txBody>
      </p:sp>
    </p:spTree>
    <p:extLst>
      <p:ext uri="{BB962C8B-B14F-4D97-AF65-F5344CB8AC3E}">
        <p14:creationId xmlns:p14="http://schemas.microsoft.com/office/powerpoint/2010/main" val="1726254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4A5B3A-E7EB-4322-8A57-70E59BA6B18C}" type="slidenum">
              <a:rPr lang="en-US" smtClean="0"/>
              <a:t>9</a:t>
            </a:fld>
            <a:endParaRPr lang="en-US"/>
          </a:p>
        </p:txBody>
      </p:sp>
    </p:spTree>
    <p:extLst>
      <p:ext uri="{BB962C8B-B14F-4D97-AF65-F5344CB8AC3E}">
        <p14:creationId xmlns:p14="http://schemas.microsoft.com/office/powerpoint/2010/main" val="1623569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E79A539E-70A0-4E94-B700-EEEDE5A6EDA1}" type="datetimeFigureOut">
              <a:rPr lang="en-US" smtClean="0"/>
              <a:t>12/16/2025</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11580145-CA6B-4D6B-AF72-9DE6E6D0A931}"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3736551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9A539E-70A0-4E94-B700-EEEDE5A6EDA1}"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580145-CA6B-4D6B-AF72-9DE6E6D0A931}" type="slidenum">
              <a:rPr lang="en-US" smtClean="0"/>
              <a:t>‹#›</a:t>
            </a:fld>
            <a:endParaRPr lang="en-US"/>
          </a:p>
        </p:txBody>
      </p:sp>
    </p:spTree>
    <p:extLst>
      <p:ext uri="{BB962C8B-B14F-4D97-AF65-F5344CB8AC3E}">
        <p14:creationId xmlns:p14="http://schemas.microsoft.com/office/powerpoint/2010/main" val="3033640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9A539E-70A0-4E94-B700-EEEDE5A6EDA1}"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580145-CA6B-4D6B-AF72-9DE6E6D0A931}"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15621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9A539E-70A0-4E94-B700-EEEDE5A6EDA1}"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580145-CA6B-4D6B-AF72-9DE6E6D0A931}" type="slidenum">
              <a:rPr lang="en-US" smtClean="0"/>
              <a:t>‹#›</a:t>
            </a:fld>
            <a:endParaRPr lang="en-US"/>
          </a:p>
        </p:txBody>
      </p:sp>
    </p:spTree>
    <p:extLst>
      <p:ext uri="{BB962C8B-B14F-4D97-AF65-F5344CB8AC3E}">
        <p14:creationId xmlns:p14="http://schemas.microsoft.com/office/powerpoint/2010/main" val="809138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9A539E-70A0-4E94-B700-EEEDE5A6EDA1}"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580145-CA6B-4D6B-AF72-9DE6E6D0A931}" type="slidenum">
              <a:rPr lang="en-US" smtClean="0"/>
              <a:t>‹#›</a:t>
            </a:fld>
            <a:endParaRPr lang="en-US"/>
          </a:p>
        </p:txBody>
      </p:sp>
    </p:spTree>
    <p:extLst>
      <p:ext uri="{BB962C8B-B14F-4D97-AF65-F5344CB8AC3E}">
        <p14:creationId xmlns:p14="http://schemas.microsoft.com/office/powerpoint/2010/main" val="1603019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9A539E-70A0-4E94-B700-EEEDE5A6EDA1}"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580145-CA6B-4D6B-AF72-9DE6E6D0A931}" type="slidenum">
              <a:rPr lang="en-US" smtClean="0"/>
              <a:t>‹#›</a:t>
            </a:fld>
            <a:endParaRPr lang="en-US"/>
          </a:p>
        </p:txBody>
      </p:sp>
    </p:spTree>
    <p:extLst>
      <p:ext uri="{BB962C8B-B14F-4D97-AF65-F5344CB8AC3E}">
        <p14:creationId xmlns:p14="http://schemas.microsoft.com/office/powerpoint/2010/main" val="1505205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9A539E-70A0-4E94-B700-EEEDE5A6EDA1}"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1580145-CA6B-4D6B-AF72-9DE6E6D0A931}" type="slidenum">
              <a:rPr lang="en-US" smtClean="0"/>
              <a:t>‹#›</a:t>
            </a:fld>
            <a:endParaRPr lang="en-US"/>
          </a:p>
        </p:txBody>
      </p:sp>
    </p:spTree>
    <p:extLst>
      <p:ext uri="{BB962C8B-B14F-4D97-AF65-F5344CB8AC3E}">
        <p14:creationId xmlns:p14="http://schemas.microsoft.com/office/powerpoint/2010/main" val="2629469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9A539E-70A0-4E94-B700-EEEDE5A6EDA1}"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580145-CA6B-4D6B-AF72-9DE6E6D0A931}" type="slidenum">
              <a:rPr lang="en-US" smtClean="0"/>
              <a:t>‹#›</a:t>
            </a:fld>
            <a:endParaRPr lang="en-US"/>
          </a:p>
        </p:txBody>
      </p:sp>
    </p:spTree>
    <p:extLst>
      <p:ext uri="{BB962C8B-B14F-4D97-AF65-F5344CB8AC3E}">
        <p14:creationId xmlns:p14="http://schemas.microsoft.com/office/powerpoint/2010/main" val="3263431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9A539E-70A0-4E94-B700-EEEDE5A6EDA1}"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580145-CA6B-4D6B-AF72-9DE6E6D0A931}" type="slidenum">
              <a:rPr lang="en-US" smtClean="0"/>
              <a:t>‹#›</a:t>
            </a:fld>
            <a:endParaRPr lang="en-US"/>
          </a:p>
        </p:txBody>
      </p:sp>
    </p:spTree>
    <p:extLst>
      <p:ext uri="{BB962C8B-B14F-4D97-AF65-F5344CB8AC3E}">
        <p14:creationId xmlns:p14="http://schemas.microsoft.com/office/powerpoint/2010/main" val="3379353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9A539E-70A0-4E94-B700-EEEDE5A6EDA1}"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580145-CA6B-4D6B-AF72-9DE6E6D0A931}" type="slidenum">
              <a:rPr lang="en-US" smtClean="0"/>
              <a:t>‹#›</a:t>
            </a:fld>
            <a:endParaRPr lang="en-US"/>
          </a:p>
        </p:txBody>
      </p:sp>
    </p:spTree>
    <p:extLst>
      <p:ext uri="{BB962C8B-B14F-4D97-AF65-F5344CB8AC3E}">
        <p14:creationId xmlns:p14="http://schemas.microsoft.com/office/powerpoint/2010/main" val="227944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9A539E-70A0-4E94-B700-EEEDE5A6EDA1}"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580145-CA6B-4D6B-AF72-9DE6E6D0A931}" type="slidenum">
              <a:rPr lang="en-US" smtClean="0"/>
              <a:t>‹#›</a:t>
            </a:fld>
            <a:endParaRPr lang="en-US"/>
          </a:p>
        </p:txBody>
      </p:sp>
    </p:spTree>
    <p:extLst>
      <p:ext uri="{BB962C8B-B14F-4D97-AF65-F5344CB8AC3E}">
        <p14:creationId xmlns:p14="http://schemas.microsoft.com/office/powerpoint/2010/main" val="801359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E79A539E-70A0-4E94-B700-EEEDE5A6EDA1}" type="datetimeFigureOut">
              <a:rPr lang="en-US" smtClean="0"/>
              <a:t>12/16/2025</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11580145-CA6B-4D6B-AF72-9DE6E6D0A931}" type="slidenum">
              <a:rPr lang="en-US" smtClean="0"/>
              <a:t>‹#›</a:t>
            </a:fld>
            <a:endParaRPr lang="en-US"/>
          </a:p>
        </p:txBody>
      </p:sp>
    </p:spTree>
    <p:extLst>
      <p:ext uri="{BB962C8B-B14F-4D97-AF65-F5344CB8AC3E}">
        <p14:creationId xmlns:p14="http://schemas.microsoft.com/office/powerpoint/2010/main" val="2669382178"/>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9.png"/><Relationship Id="rId7" Type="http://schemas.openxmlformats.org/officeDocument/2006/relationships/diagramColors" Target="../diagrams/colors4.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2D69D-AD4C-2A78-3EBF-87ED9C2A07A0}"/>
              </a:ext>
            </a:extLst>
          </p:cNvPr>
          <p:cNvSpPr>
            <a:spLocks noGrp="1"/>
          </p:cNvSpPr>
          <p:nvPr>
            <p:ph type="ctrTitle"/>
          </p:nvPr>
        </p:nvSpPr>
        <p:spPr>
          <a:xfrm>
            <a:off x="949853" y="2080621"/>
            <a:ext cx="11024659" cy="2262781"/>
          </a:xfrm>
        </p:spPr>
        <p:txBody>
          <a:bodyPr>
            <a:normAutofit/>
          </a:bodyPr>
          <a:lstStyle/>
          <a:p>
            <a:r>
              <a:rPr lang="en-US" sz="4000" dirty="0"/>
              <a:t>AI-Based Classroom and Course Scheduling System for School of IT and Engineering</a:t>
            </a:r>
          </a:p>
        </p:txBody>
      </p:sp>
      <p:sp>
        <p:nvSpPr>
          <p:cNvPr id="3" name="Subtitle 2">
            <a:extLst>
              <a:ext uri="{FF2B5EF4-FFF2-40B4-BE49-F238E27FC236}">
                <a16:creationId xmlns:a16="http://schemas.microsoft.com/office/drawing/2014/main" id="{68198265-647D-62CF-DE1E-2D2C25D230BA}"/>
              </a:ext>
            </a:extLst>
          </p:cNvPr>
          <p:cNvSpPr>
            <a:spLocks noGrp="1"/>
          </p:cNvSpPr>
          <p:nvPr>
            <p:ph type="subTitle" idx="1"/>
          </p:nvPr>
        </p:nvSpPr>
        <p:spPr>
          <a:xfrm>
            <a:off x="949853" y="4760446"/>
            <a:ext cx="9418320" cy="1691640"/>
          </a:xfrm>
        </p:spPr>
        <p:txBody>
          <a:bodyPr>
            <a:normAutofit fontScale="85000" lnSpcReduction="20000"/>
          </a:bodyPr>
          <a:lstStyle/>
          <a:p>
            <a:r>
              <a:rPr lang="en-US" dirty="0"/>
              <a:t>Team 3</a:t>
            </a:r>
          </a:p>
          <a:p>
            <a:r>
              <a:rPr lang="en-US" dirty="0"/>
              <a:t>Nargiz Aghayeva BSM 2026</a:t>
            </a:r>
          </a:p>
          <a:p>
            <a:r>
              <a:rPr lang="en-US" dirty="0"/>
              <a:t>Aysu Azammadova BSIT 2026</a:t>
            </a:r>
          </a:p>
          <a:p>
            <a:r>
              <a:rPr lang="en-US" dirty="0"/>
              <a:t>Lala Musayeva BSCS 2025</a:t>
            </a:r>
          </a:p>
          <a:p>
            <a:endParaRPr lang="en-US" dirty="0"/>
          </a:p>
        </p:txBody>
      </p:sp>
      <p:pic>
        <p:nvPicPr>
          <p:cNvPr id="5" name="Graphic 4">
            <a:extLst>
              <a:ext uri="{FF2B5EF4-FFF2-40B4-BE49-F238E27FC236}">
                <a16:creationId xmlns:a16="http://schemas.microsoft.com/office/drawing/2014/main" id="{56E4D237-77DB-9D60-A65D-C09E97E0B1E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9853" y="405914"/>
            <a:ext cx="2850989" cy="2082951"/>
          </a:xfrm>
          <a:prstGeom prst="rect">
            <a:avLst/>
          </a:prstGeom>
        </p:spPr>
      </p:pic>
      <p:sp>
        <p:nvSpPr>
          <p:cNvPr id="6" name="Subtitle 2">
            <a:extLst>
              <a:ext uri="{FF2B5EF4-FFF2-40B4-BE49-F238E27FC236}">
                <a16:creationId xmlns:a16="http://schemas.microsoft.com/office/drawing/2014/main" id="{ED831ADC-6CF3-EA9B-6487-80B73893ECEE}"/>
              </a:ext>
            </a:extLst>
          </p:cNvPr>
          <p:cNvSpPr txBox="1">
            <a:spLocks/>
          </p:cNvSpPr>
          <p:nvPr/>
        </p:nvSpPr>
        <p:spPr>
          <a:xfrm>
            <a:off x="4305732" y="880865"/>
            <a:ext cx="3957735" cy="1942314"/>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r>
              <a:rPr lang="en-US" dirty="0"/>
              <a:t>School of IT and Engineering</a:t>
            </a:r>
          </a:p>
          <a:p>
            <a:r>
              <a:rPr lang="en-US" dirty="0"/>
              <a:t>CSCI3613 Artificial Intelligence</a:t>
            </a:r>
          </a:p>
          <a:p>
            <a:r>
              <a:rPr lang="en-US" dirty="0"/>
              <a:t>Fall 2025</a:t>
            </a:r>
          </a:p>
        </p:txBody>
      </p:sp>
    </p:spTree>
    <p:extLst>
      <p:ext uri="{BB962C8B-B14F-4D97-AF65-F5344CB8AC3E}">
        <p14:creationId xmlns:p14="http://schemas.microsoft.com/office/powerpoint/2010/main" val="66877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0B3D270-B19D-4DB8-BD3C-3E707485B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5416"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CA2930-ACE0-5803-865A-06AEA96DBF28}"/>
              </a:ext>
            </a:extLst>
          </p:cNvPr>
          <p:cNvSpPr>
            <a:spLocks noGrp="1"/>
          </p:cNvSpPr>
          <p:nvPr>
            <p:ph type="title"/>
          </p:nvPr>
        </p:nvSpPr>
        <p:spPr>
          <a:xfrm>
            <a:off x="566058" y="836023"/>
            <a:ext cx="2718788" cy="5183777"/>
          </a:xfrm>
        </p:spPr>
        <p:txBody>
          <a:bodyPr anchor="ctr">
            <a:normAutofit/>
          </a:bodyPr>
          <a:lstStyle/>
          <a:p>
            <a:r>
              <a:rPr lang="en-US" sz="3600">
                <a:solidFill>
                  <a:srgbClr val="FFFFFF"/>
                </a:solidFill>
              </a:rPr>
              <a:t>Agenda</a:t>
            </a:r>
          </a:p>
        </p:txBody>
      </p:sp>
      <p:sp>
        <p:nvSpPr>
          <p:cNvPr id="11" name="Rectangle 10">
            <a:extLst>
              <a:ext uri="{FF2B5EF4-FFF2-40B4-BE49-F238E27FC236}">
                <a16:creationId xmlns:a16="http://schemas.microsoft.com/office/drawing/2014/main" id="{49BDAF94-B52E-4307-B54C-EF413086F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63626B61-D0CD-37BE-F305-28E0F8BA284E}"/>
              </a:ext>
            </a:extLst>
          </p:cNvPr>
          <p:cNvGraphicFramePr>
            <a:graphicFrameLocks noGrp="1"/>
          </p:cNvGraphicFramePr>
          <p:nvPr>
            <p:ph idx="1"/>
            <p:extLst>
              <p:ext uri="{D42A27DB-BD31-4B8C-83A1-F6EECF244321}">
                <p14:modId xmlns:p14="http://schemas.microsoft.com/office/powerpoint/2010/main" val="2379438175"/>
              </p:ext>
            </p:extLst>
          </p:nvPr>
        </p:nvGraphicFramePr>
        <p:xfrm>
          <a:off x="4658815" y="804672"/>
          <a:ext cx="5990136" cy="5262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6237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14519-76E4-751C-DA06-69679F460D90}"/>
              </a:ext>
            </a:extLst>
          </p:cNvPr>
          <p:cNvSpPr>
            <a:spLocks noGrp="1"/>
          </p:cNvSpPr>
          <p:nvPr>
            <p:ph type="title"/>
          </p:nvPr>
        </p:nvSpPr>
        <p:spPr>
          <a:xfrm>
            <a:off x="108528" y="-402512"/>
            <a:ext cx="8911687" cy="1280890"/>
          </a:xfrm>
        </p:spPr>
        <p:txBody>
          <a:bodyPr/>
          <a:lstStyle/>
          <a:p>
            <a:r>
              <a:rPr lang="en-US" dirty="0"/>
              <a:t>Project in a Slide</a:t>
            </a:r>
          </a:p>
        </p:txBody>
      </p:sp>
      <p:graphicFrame>
        <p:nvGraphicFramePr>
          <p:cNvPr id="4" name="Content Placeholder 3">
            <a:extLst>
              <a:ext uri="{FF2B5EF4-FFF2-40B4-BE49-F238E27FC236}">
                <a16:creationId xmlns:a16="http://schemas.microsoft.com/office/drawing/2014/main" id="{3562C1B6-805C-1D03-4AE5-159C4E9B9DF2}"/>
              </a:ext>
            </a:extLst>
          </p:cNvPr>
          <p:cNvGraphicFramePr>
            <a:graphicFrameLocks noGrp="1"/>
          </p:cNvGraphicFramePr>
          <p:nvPr>
            <p:ph idx="1"/>
            <p:extLst>
              <p:ext uri="{D42A27DB-BD31-4B8C-83A1-F6EECF244321}">
                <p14:modId xmlns:p14="http://schemas.microsoft.com/office/powerpoint/2010/main" val="2216839834"/>
              </p:ext>
            </p:extLst>
          </p:nvPr>
        </p:nvGraphicFramePr>
        <p:xfrm>
          <a:off x="108527" y="1071155"/>
          <a:ext cx="11034089" cy="5711377"/>
        </p:xfrm>
        <a:graphic>
          <a:graphicData uri="http://schemas.openxmlformats.org/drawingml/2006/table">
            <a:tbl>
              <a:tblPr firstRow="1" bandRow="1">
                <a:tableStyleId>{D7AC3CCA-C797-4891-BE02-D94E43425B78}</a:tableStyleId>
              </a:tblPr>
              <a:tblGrid>
                <a:gridCol w="2437949">
                  <a:extLst>
                    <a:ext uri="{9D8B030D-6E8A-4147-A177-3AD203B41FA5}">
                      <a16:colId xmlns:a16="http://schemas.microsoft.com/office/drawing/2014/main" val="2124129633"/>
                    </a:ext>
                  </a:extLst>
                </a:gridCol>
                <a:gridCol w="8596140">
                  <a:extLst>
                    <a:ext uri="{9D8B030D-6E8A-4147-A177-3AD203B41FA5}">
                      <a16:colId xmlns:a16="http://schemas.microsoft.com/office/drawing/2014/main" val="450152744"/>
                    </a:ext>
                  </a:extLst>
                </a:gridCol>
              </a:tblGrid>
              <a:tr h="363648">
                <a:tc>
                  <a:txBody>
                    <a:bodyPr/>
                    <a:lstStyle/>
                    <a:p>
                      <a:r>
                        <a:rPr lang="en-US" sz="1400" b="0" dirty="0"/>
                        <a:t>Project Title</a:t>
                      </a:r>
                    </a:p>
                  </a:txBody>
                  <a:tcPr/>
                </a:tc>
                <a:tc>
                  <a:txBody>
                    <a:bodyPr/>
                    <a:lstStyle/>
                    <a:p>
                      <a:r>
                        <a:rPr lang="en-US" sz="1400" dirty="0"/>
                        <a:t>AI-Based Classroom and Course Scheduling System for School of IT and Engineering</a:t>
                      </a:r>
                    </a:p>
                  </a:txBody>
                  <a:tcPr/>
                </a:tc>
                <a:extLst>
                  <a:ext uri="{0D108BD9-81ED-4DB2-BD59-A6C34878D82A}">
                    <a16:rowId xmlns:a16="http://schemas.microsoft.com/office/drawing/2014/main" val="2691018419"/>
                  </a:ext>
                </a:extLst>
              </a:tr>
              <a:tr h="746195">
                <a:tc>
                  <a:txBody>
                    <a:bodyPr/>
                    <a:lstStyle/>
                    <a:p>
                      <a:r>
                        <a:rPr lang="en-US" sz="1400" b="0" dirty="0"/>
                        <a:t>Value</a:t>
                      </a:r>
                    </a:p>
                  </a:txBody>
                  <a:tcPr/>
                </a:tc>
                <a:tc>
                  <a:txBody>
                    <a:bodyPr/>
                    <a:lstStyle/>
                    <a:p>
                      <a:r>
                        <a:rPr lang="en-US" sz="1400" dirty="0"/>
                        <a:t>Automatically generates a feasible and optimized university timetable by efficiently assigning courses to time slots, rooms, and instructors while minimizing instructor overload and scheduling conflicts.</a:t>
                      </a:r>
                      <a:endParaRPr lang="en-US" sz="1400" b="0" dirty="0"/>
                    </a:p>
                  </a:txBody>
                  <a:tcPr/>
                </a:tc>
                <a:extLst>
                  <a:ext uri="{0D108BD9-81ED-4DB2-BD59-A6C34878D82A}">
                    <a16:rowId xmlns:a16="http://schemas.microsoft.com/office/drawing/2014/main" val="2302211333"/>
                  </a:ext>
                </a:extLst>
              </a:tr>
              <a:tr h="528554">
                <a:tc>
                  <a:txBody>
                    <a:bodyPr/>
                    <a:lstStyle/>
                    <a:p>
                      <a:r>
                        <a:rPr lang="en-US" sz="1400" b="0" dirty="0"/>
                        <a:t>Problem type</a:t>
                      </a:r>
                    </a:p>
                  </a:txBody>
                  <a:tcPr/>
                </a:tc>
                <a:tc>
                  <a:txBody>
                    <a:bodyPr/>
                    <a:lstStyle/>
                    <a:p>
                      <a:r>
                        <a:rPr lang="en-US" sz="1400" b="0" dirty="0"/>
                        <a:t>Constraint Satisfaction Problem (CSP) with Soft Constraints</a:t>
                      </a:r>
                    </a:p>
                    <a:p>
                      <a:r>
                        <a:rPr lang="en-US" sz="1400" b="0" dirty="0"/>
                        <a:t>(Search + Heuristic Optimization)</a:t>
                      </a:r>
                    </a:p>
                  </a:txBody>
                  <a:tcPr/>
                </a:tc>
                <a:extLst>
                  <a:ext uri="{0D108BD9-81ED-4DB2-BD59-A6C34878D82A}">
                    <a16:rowId xmlns:a16="http://schemas.microsoft.com/office/drawing/2014/main" val="3839400232"/>
                  </a:ext>
                </a:extLst>
              </a:tr>
              <a:tr h="1399115">
                <a:tc>
                  <a:txBody>
                    <a:bodyPr/>
                    <a:lstStyle/>
                    <a:p>
                      <a:r>
                        <a:rPr lang="en-US" sz="1400" b="0" dirty="0"/>
                        <a:t>Preprocessing steps</a:t>
                      </a:r>
                    </a:p>
                  </a:txBody>
                  <a:tcPr/>
                </a:tc>
                <a:tc>
                  <a:txBody>
                    <a:bodyPr/>
                    <a:lstStyle/>
                    <a:p>
                      <a:pPr marL="285750" indent="-285750">
                        <a:buFont typeface="Arial" panose="020B0604020202020204" pitchFamily="34" charset="0"/>
                        <a:buChar char="•"/>
                      </a:pPr>
                      <a:r>
                        <a:rPr lang="en-US" sz="1400" b="0" dirty="0"/>
                        <a:t>Load and clean Excel-based datasets (courses, instructors, availability, rooms)</a:t>
                      </a:r>
                    </a:p>
                    <a:p>
                      <a:pPr marL="285750" indent="-285750">
                        <a:buFont typeface="Arial" panose="020B0604020202020204" pitchFamily="34" charset="0"/>
                        <a:buChar char="•"/>
                      </a:pPr>
                      <a:r>
                        <a:rPr lang="en-US" sz="1400" b="0" dirty="0"/>
                        <a:t>Convert time values into discrete scheduling slots</a:t>
                      </a:r>
                    </a:p>
                    <a:p>
                      <a:pPr marL="285750" indent="-285750">
                        <a:buFont typeface="Arial" panose="020B0604020202020204" pitchFamily="34" charset="0"/>
                        <a:buChar char="•"/>
                      </a:pPr>
                      <a:r>
                        <a:rPr lang="en-US" sz="1400" b="0" dirty="0"/>
                        <a:t>Construct meeting variables (two meetings per section)</a:t>
                      </a:r>
                    </a:p>
                    <a:p>
                      <a:pPr marL="285750" indent="-285750">
                        <a:buFont typeface="Arial" panose="020B0604020202020204" pitchFamily="34" charset="0"/>
                        <a:buChar char="•"/>
                      </a:pPr>
                      <a:r>
                        <a:rPr lang="en-US" sz="1400" b="0" dirty="0"/>
                        <a:t>Build feasible domains based on room capacity, instructor qualification, availability, and course level</a:t>
                      </a:r>
                    </a:p>
                    <a:p>
                      <a:pPr marL="285750" indent="-285750">
                        <a:buFont typeface="Arial" panose="020B0604020202020204" pitchFamily="34" charset="0"/>
                        <a:buChar char="•"/>
                      </a:pPr>
                      <a:r>
                        <a:rPr lang="en-US" sz="1400" b="0" dirty="0"/>
                        <a:t>Separate hard constraints (must be satisfied) and soft constraints (penalized)</a:t>
                      </a:r>
                    </a:p>
                  </a:txBody>
                  <a:tcPr/>
                </a:tc>
                <a:extLst>
                  <a:ext uri="{0D108BD9-81ED-4DB2-BD59-A6C34878D82A}">
                    <a16:rowId xmlns:a16="http://schemas.microsoft.com/office/drawing/2014/main" val="2931304940"/>
                  </a:ext>
                </a:extLst>
              </a:tr>
              <a:tr h="963835">
                <a:tc>
                  <a:txBody>
                    <a:bodyPr/>
                    <a:lstStyle/>
                    <a:p>
                      <a:r>
                        <a:rPr lang="en-US" sz="1400" b="0" dirty="0"/>
                        <a:t>Algorithm(s)</a:t>
                      </a:r>
                    </a:p>
                  </a:txBody>
                  <a:tcPr/>
                </a:tc>
                <a:tc>
                  <a:txBody>
                    <a:bodyPr/>
                    <a:lstStyle/>
                    <a:p>
                      <a:pPr marL="285750" indent="-285750">
                        <a:buFont typeface="Arial" panose="020B0604020202020204" pitchFamily="34" charset="0"/>
                        <a:buChar char="•"/>
                      </a:pPr>
                      <a:r>
                        <a:rPr lang="en-US" sz="1400" b="0" dirty="0"/>
                        <a:t>Naive Backtracking CSP Solver</a:t>
                      </a:r>
                    </a:p>
                    <a:p>
                      <a:pPr marL="285750" indent="-285750">
                        <a:buFont typeface="Arial" panose="020B0604020202020204" pitchFamily="34" charset="0"/>
                        <a:buChar char="•"/>
                      </a:pPr>
                      <a:r>
                        <a:rPr lang="en-US" sz="1400" b="0" dirty="0"/>
                        <a:t>Backtracking with MRV (Minimum Remaining Values)</a:t>
                      </a:r>
                    </a:p>
                    <a:p>
                      <a:pPr marL="285750" indent="-285750">
                        <a:buFont typeface="Arial" panose="020B0604020202020204" pitchFamily="34" charset="0"/>
                        <a:buChar char="•"/>
                      </a:pPr>
                      <a:r>
                        <a:rPr lang="en-US" sz="1400" b="0" dirty="0"/>
                        <a:t>Backtracking with MRV + LCV (Least Constraining Value)</a:t>
                      </a:r>
                    </a:p>
                    <a:p>
                      <a:pPr marL="285750" indent="-285750">
                        <a:buFont typeface="Arial" panose="020B0604020202020204" pitchFamily="34" charset="0"/>
                        <a:buChar char="•"/>
                      </a:pPr>
                      <a:r>
                        <a:rPr lang="en-US" sz="1400" b="0" dirty="0"/>
                        <a:t>Branch-and-Bound optimization with soft-constraint penalties</a:t>
                      </a:r>
                    </a:p>
                  </a:txBody>
                  <a:tcPr/>
                </a:tc>
                <a:extLst>
                  <a:ext uri="{0D108BD9-81ED-4DB2-BD59-A6C34878D82A}">
                    <a16:rowId xmlns:a16="http://schemas.microsoft.com/office/drawing/2014/main" val="277168146"/>
                  </a:ext>
                </a:extLst>
              </a:tr>
              <a:tr h="963835">
                <a:tc>
                  <a:txBody>
                    <a:bodyPr/>
                    <a:lstStyle/>
                    <a:p>
                      <a:r>
                        <a:rPr lang="en-US" sz="1400" b="0" dirty="0"/>
                        <a:t>Evaluation</a:t>
                      </a:r>
                    </a:p>
                  </a:txBody>
                  <a:tcPr/>
                </a:tc>
                <a:tc>
                  <a:txBody>
                    <a:bodyPr/>
                    <a:lstStyle/>
                    <a:p>
                      <a:pPr marL="285750" indent="-285750">
                        <a:buFont typeface="Arial" panose="020B0604020202020204" pitchFamily="34" charset="0"/>
                        <a:buChar char="•"/>
                      </a:pPr>
                      <a:r>
                        <a:rPr lang="en-US" sz="1400" b="0" dirty="0"/>
                        <a:t>Total penalty score (daily overload + weekly overload)</a:t>
                      </a:r>
                    </a:p>
                    <a:p>
                      <a:pPr marL="285750" indent="-285750">
                        <a:buFont typeface="Arial" panose="020B0604020202020204" pitchFamily="34" charset="0"/>
                        <a:buChar char="•"/>
                      </a:pPr>
                      <a:r>
                        <a:rPr lang="en-US" sz="1400" b="0" dirty="0"/>
                        <a:t>Runtime comparison across solvers</a:t>
                      </a:r>
                    </a:p>
                    <a:p>
                      <a:pPr marL="285750" indent="-285750">
                        <a:buFont typeface="Arial" panose="020B0604020202020204" pitchFamily="34" charset="0"/>
                        <a:buChar char="•"/>
                      </a:pPr>
                      <a:r>
                        <a:rPr lang="en-US" sz="1400" b="0" dirty="0"/>
                        <a:t>Penalty reduction analysis (Naive → MRV → MRV + LCV)</a:t>
                      </a:r>
                    </a:p>
                    <a:p>
                      <a:pPr marL="285750" indent="-285750">
                        <a:buFont typeface="Arial" panose="020B0604020202020204" pitchFamily="34" charset="0"/>
                        <a:buChar char="•"/>
                      </a:pPr>
                      <a:r>
                        <a:rPr lang="en-US" sz="1400" b="0" dirty="0"/>
                        <a:t>Visualization of instructor workload and constraint violations</a:t>
                      </a:r>
                    </a:p>
                  </a:txBody>
                  <a:tcPr/>
                </a:tc>
                <a:extLst>
                  <a:ext uri="{0D108BD9-81ED-4DB2-BD59-A6C34878D82A}">
                    <a16:rowId xmlns:a16="http://schemas.microsoft.com/office/drawing/2014/main" val="3995779274"/>
                  </a:ext>
                </a:extLst>
              </a:tr>
              <a:tr h="746195">
                <a:tc>
                  <a:txBody>
                    <a:bodyPr/>
                    <a:lstStyle/>
                    <a:p>
                      <a:r>
                        <a:rPr lang="en-US" sz="1400" b="0" dirty="0"/>
                        <a:t>Interpretation</a:t>
                      </a:r>
                    </a:p>
                  </a:txBody>
                  <a:tcPr/>
                </a:tc>
                <a:tc>
                  <a:txBody>
                    <a:bodyPr/>
                    <a:lstStyle/>
                    <a:p>
                      <a:r>
                        <a:rPr lang="en-US" sz="1400" b="0" dirty="0"/>
                        <a:t>Heuristic-based CSP solvers (MRV + LCV) significantly reduce penalty scores and improve solution quality compared to naive search, demonstrating the effectiveness of informed search strategies for real-world university scheduling problems.</a:t>
                      </a:r>
                    </a:p>
                  </a:txBody>
                  <a:tcPr/>
                </a:tc>
                <a:extLst>
                  <a:ext uri="{0D108BD9-81ED-4DB2-BD59-A6C34878D82A}">
                    <a16:rowId xmlns:a16="http://schemas.microsoft.com/office/drawing/2014/main" val="3771057578"/>
                  </a:ext>
                </a:extLst>
              </a:tr>
            </a:tbl>
          </a:graphicData>
        </a:graphic>
      </p:graphicFrame>
    </p:spTree>
    <p:extLst>
      <p:ext uri="{BB962C8B-B14F-4D97-AF65-F5344CB8AC3E}">
        <p14:creationId xmlns:p14="http://schemas.microsoft.com/office/powerpoint/2010/main" val="3093853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0B3D270-B19D-4DB8-BD3C-3E707485B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5416"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C48C7A-0410-8D27-A2C6-CD1FFF709B25}"/>
              </a:ext>
            </a:extLst>
          </p:cNvPr>
          <p:cNvSpPr>
            <a:spLocks noGrp="1"/>
          </p:cNvSpPr>
          <p:nvPr>
            <p:ph type="title"/>
          </p:nvPr>
        </p:nvSpPr>
        <p:spPr>
          <a:xfrm>
            <a:off x="566058" y="836023"/>
            <a:ext cx="2718788" cy="5183777"/>
          </a:xfrm>
        </p:spPr>
        <p:txBody>
          <a:bodyPr anchor="ctr">
            <a:normAutofit/>
          </a:bodyPr>
          <a:lstStyle/>
          <a:p>
            <a:r>
              <a:rPr lang="en-US" sz="3100">
                <a:solidFill>
                  <a:srgbClr val="FFFFFF"/>
                </a:solidFill>
              </a:rPr>
              <a:t>Contributions</a:t>
            </a:r>
          </a:p>
        </p:txBody>
      </p:sp>
      <p:sp>
        <p:nvSpPr>
          <p:cNvPr id="11" name="Rectangle 10">
            <a:extLst>
              <a:ext uri="{FF2B5EF4-FFF2-40B4-BE49-F238E27FC236}">
                <a16:creationId xmlns:a16="http://schemas.microsoft.com/office/drawing/2014/main" id="{49BDAF94-B52E-4307-B54C-EF413086F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4" name="Content Placeholder 3">
            <a:extLst>
              <a:ext uri="{FF2B5EF4-FFF2-40B4-BE49-F238E27FC236}">
                <a16:creationId xmlns:a16="http://schemas.microsoft.com/office/drawing/2014/main" id="{CF952594-BAF1-16D9-79B4-34B745DB501A}"/>
              </a:ext>
            </a:extLst>
          </p:cNvPr>
          <p:cNvGraphicFramePr>
            <a:graphicFrameLocks noGrp="1"/>
          </p:cNvGraphicFramePr>
          <p:nvPr>
            <p:ph idx="1"/>
            <p:extLst>
              <p:ext uri="{D42A27DB-BD31-4B8C-83A1-F6EECF244321}">
                <p14:modId xmlns:p14="http://schemas.microsoft.com/office/powerpoint/2010/main" val="398199822"/>
              </p:ext>
            </p:extLst>
          </p:nvPr>
        </p:nvGraphicFramePr>
        <p:xfrm>
          <a:off x="4658815" y="2193619"/>
          <a:ext cx="5990137" cy="2857706"/>
        </p:xfrm>
        <a:graphic>
          <a:graphicData uri="http://schemas.openxmlformats.org/drawingml/2006/table">
            <a:tbl>
              <a:tblPr firstRow="1" bandRow="1">
                <a:tableStyleId>{5C22544A-7EE6-4342-B048-85BDC9FD1C3A}</a:tableStyleId>
              </a:tblPr>
              <a:tblGrid>
                <a:gridCol w="3612580">
                  <a:extLst>
                    <a:ext uri="{9D8B030D-6E8A-4147-A177-3AD203B41FA5}">
                      <a16:colId xmlns:a16="http://schemas.microsoft.com/office/drawing/2014/main" val="82392138"/>
                    </a:ext>
                  </a:extLst>
                </a:gridCol>
                <a:gridCol w="2377557">
                  <a:extLst>
                    <a:ext uri="{9D8B030D-6E8A-4147-A177-3AD203B41FA5}">
                      <a16:colId xmlns:a16="http://schemas.microsoft.com/office/drawing/2014/main" val="2430409656"/>
                    </a:ext>
                  </a:extLst>
                </a:gridCol>
              </a:tblGrid>
              <a:tr h="621040">
                <a:tc>
                  <a:txBody>
                    <a:bodyPr/>
                    <a:lstStyle/>
                    <a:p>
                      <a:r>
                        <a:rPr lang="en-US" sz="2800"/>
                        <a:t>Team Member</a:t>
                      </a:r>
                    </a:p>
                  </a:txBody>
                  <a:tcPr marL="136069" marR="136069" marT="70573" marB="70573"/>
                </a:tc>
                <a:tc>
                  <a:txBody>
                    <a:bodyPr/>
                    <a:lstStyle/>
                    <a:p>
                      <a:r>
                        <a:rPr lang="en-US" sz="2800"/>
                        <a:t>Contribution</a:t>
                      </a:r>
                    </a:p>
                  </a:txBody>
                  <a:tcPr marL="136069" marR="136069" marT="70573" marB="70573"/>
                </a:tc>
                <a:extLst>
                  <a:ext uri="{0D108BD9-81ED-4DB2-BD59-A6C34878D82A}">
                    <a16:rowId xmlns:a16="http://schemas.microsoft.com/office/drawing/2014/main" val="3288291625"/>
                  </a:ext>
                </a:extLst>
              </a:tr>
              <a:tr h="621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a:t>Nargiz Aghayeva</a:t>
                      </a:r>
                    </a:p>
                  </a:txBody>
                  <a:tcPr marL="136069" marR="136069" marT="70573" marB="70573"/>
                </a:tc>
                <a:tc>
                  <a:txBody>
                    <a:bodyPr/>
                    <a:lstStyle/>
                    <a:p>
                      <a:r>
                        <a:rPr lang="en-US" sz="2800"/>
                        <a:t>33.3%</a:t>
                      </a:r>
                    </a:p>
                  </a:txBody>
                  <a:tcPr marL="136069" marR="136069" marT="70573" marB="70573"/>
                </a:tc>
                <a:extLst>
                  <a:ext uri="{0D108BD9-81ED-4DB2-BD59-A6C34878D82A}">
                    <a16:rowId xmlns:a16="http://schemas.microsoft.com/office/drawing/2014/main" val="4156927016"/>
                  </a:ext>
                </a:extLst>
              </a:tr>
              <a:tr h="621040">
                <a:tc>
                  <a:txBody>
                    <a:bodyPr/>
                    <a:lstStyle/>
                    <a:p>
                      <a:r>
                        <a:rPr lang="en-US" sz="2800"/>
                        <a:t>Aysu Azammadova </a:t>
                      </a:r>
                    </a:p>
                  </a:txBody>
                  <a:tcPr marL="136069" marR="136069" marT="70573" marB="70573"/>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a:t>33.3%</a:t>
                      </a:r>
                    </a:p>
                  </a:txBody>
                  <a:tcPr marL="136069" marR="136069" marT="70573" marB="70573"/>
                </a:tc>
                <a:extLst>
                  <a:ext uri="{0D108BD9-81ED-4DB2-BD59-A6C34878D82A}">
                    <a16:rowId xmlns:a16="http://schemas.microsoft.com/office/drawing/2014/main" val="3770778765"/>
                  </a:ext>
                </a:extLst>
              </a:tr>
              <a:tr h="621040">
                <a:tc>
                  <a:txBody>
                    <a:bodyPr/>
                    <a:lstStyle/>
                    <a:p>
                      <a:r>
                        <a:rPr lang="en-US" sz="2800"/>
                        <a:t>Lala Musayeva</a:t>
                      </a:r>
                    </a:p>
                  </a:txBody>
                  <a:tcPr marL="136069" marR="136069" marT="70573" marB="70573"/>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a:t>33.3%</a:t>
                      </a:r>
                    </a:p>
                  </a:txBody>
                  <a:tcPr marL="136069" marR="136069" marT="70573" marB="70573"/>
                </a:tc>
                <a:extLst>
                  <a:ext uri="{0D108BD9-81ED-4DB2-BD59-A6C34878D82A}">
                    <a16:rowId xmlns:a16="http://schemas.microsoft.com/office/drawing/2014/main" val="3666559122"/>
                  </a:ext>
                </a:extLst>
              </a:tr>
            </a:tbl>
          </a:graphicData>
        </a:graphic>
      </p:graphicFrame>
    </p:spTree>
    <p:extLst>
      <p:ext uri="{BB962C8B-B14F-4D97-AF65-F5344CB8AC3E}">
        <p14:creationId xmlns:p14="http://schemas.microsoft.com/office/powerpoint/2010/main" val="1128319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computer screen with a schedule&#10;&#10;AI-generated content may be incorrect.">
            <a:extLst>
              <a:ext uri="{FF2B5EF4-FFF2-40B4-BE49-F238E27FC236}">
                <a16:creationId xmlns:a16="http://schemas.microsoft.com/office/drawing/2014/main" id="{2E1C4E27-89B1-3FFD-3FE9-6493D8786322}"/>
              </a:ext>
            </a:extLst>
          </p:cNvPr>
          <p:cNvPicPr>
            <a:picLocks noChangeAspect="1"/>
          </p:cNvPicPr>
          <p:nvPr/>
        </p:nvPicPr>
        <p:blipFill>
          <a:blip r:embed="rId2">
            <a:duotone>
              <a:prstClr val="black"/>
              <a:schemeClr val="tx2">
                <a:tint val="45000"/>
                <a:satMod val="400000"/>
              </a:schemeClr>
            </a:duotone>
            <a:extLst>
              <a:ext uri="{28A0092B-C50C-407E-A947-70E740481C1C}">
                <a14:useLocalDpi xmlns:a14="http://schemas.microsoft.com/office/drawing/2010/main" val="0"/>
              </a:ext>
            </a:extLst>
          </a:blip>
          <a:srcRect l="11509" r="11510" b="1"/>
          <a:stretch>
            <a:fillRect/>
          </a:stretch>
        </p:blipFill>
        <p:spPr>
          <a:xfrm>
            <a:off x="0" y="0"/>
            <a:ext cx="11292820" cy="6857990"/>
          </a:xfrm>
          <a:prstGeom prst="rect">
            <a:avLst/>
          </a:prstGeom>
        </p:spPr>
      </p:pic>
      <p:sp>
        <p:nvSpPr>
          <p:cNvPr id="25" name="Rectangle 24">
            <a:extLst>
              <a:ext uri="{FF2B5EF4-FFF2-40B4-BE49-F238E27FC236}">
                <a16:creationId xmlns:a16="http://schemas.microsoft.com/office/drawing/2014/main" id="{B4147794-66B7-4CDE-BC75-BBDC48B2F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9481" y="0"/>
            <a:ext cx="7737169" cy="6858000"/>
          </a:xfrm>
          <a:prstGeom prst="rect">
            <a:avLst/>
          </a:prstGeom>
          <a:solidFill>
            <a:schemeClr val="tx1">
              <a:lumMod val="95000"/>
              <a:lumOff val="5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Schoolbook" panose="02040604050505020304"/>
              <a:ea typeface="+mn-ea"/>
              <a:cs typeface="+mn-cs"/>
            </a:endParaRPr>
          </a:p>
        </p:txBody>
      </p:sp>
      <p:sp>
        <p:nvSpPr>
          <p:cNvPr id="2" name="Title 1">
            <a:extLst>
              <a:ext uri="{FF2B5EF4-FFF2-40B4-BE49-F238E27FC236}">
                <a16:creationId xmlns:a16="http://schemas.microsoft.com/office/drawing/2014/main" id="{1FAF7F9A-9079-1C67-FB4D-6AD23E26167F}"/>
              </a:ext>
            </a:extLst>
          </p:cNvPr>
          <p:cNvSpPr>
            <a:spLocks noGrp="1"/>
          </p:cNvSpPr>
          <p:nvPr>
            <p:ph type="title"/>
          </p:nvPr>
        </p:nvSpPr>
        <p:spPr>
          <a:xfrm>
            <a:off x="3707989" y="88794"/>
            <a:ext cx="6784259" cy="794246"/>
          </a:xfrm>
        </p:spPr>
        <p:txBody>
          <a:bodyPr vert="horz" lIns="91440" tIns="45720" rIns="91440" bIns="45720" rtlCol="0">
            <a:normAutofit/>
          </a:bodyPr>
          <a:lstStyle/>
          <a:p>
            <a:r>
              <a:rPr lang="en-US" dirty="0">
                <a:solidFill>
                  <a:schemeClr val="bg1"/>
                </a:solidFill>
              </a:rPr>
              <a:t>Problem Statement</a:t>
            </a:r>
          </a:p>
        </p:txBody>
      </p:sp>
      <p:sp>
        <p:nvSpPr>
          <p:cNvPr id="8" name="Content Placeholder 2">
            <a:extLst>
              <a:ext uri="{FF2B5EF4-FFF2-40B4-BE49-F238E27FC236}">
                <a16:creationId xmlns:a16="http://schemas.microsoft.com/office/drawing/2014/main" id="{B6558E79-BEDB-FB82-4303-898609AE80C3}"/>
              </a:ext>
            </a:extLst>
          </p:cNvPr>
          <p:cNvSpPr>
            <a:spLocks noGrp="1"/>
          </p:cNvSpPr>
          <p:nvPr>
            <p:ph idx="1"/>
          </p:nvPr>
        </p:nvSpPr>
        <p:spPr>
          <a:xfrm>
            <a:off x="3707989" y="971824"/>
            <a:ext cx="8116866" cy="5227363"/>
          </a:xfrm>
        </p:spPr>
        <p:txBody>
          <a:bodyPr>
            <a:normAutofit/>
          </a:bodyPr>
          <a:lstStyle/>
          <a:p>
            <a:r>
              <a:rPr lang="en-US" sz="1600" dirty="0">
                <a:solidFill>
                  <a:schemeClr val="bg1"/>
                </a:solidFill>
              </a:rPr>
              <a:t>We are given a set of </a:t>
            </a:r>
            <a:r>
              <a:rPr lang="en-US" sz="1600" b="1" dirty="0">
                <a:solidFill>
                  <a:schemeClr val="bg1"/>
                </a:solidFill>
              </a:rPr>
              <a:t>course sections</a:t>
            </a:r>
            <a:r>
              <a:rPr lang="en-US" sz="1600" dirty="0">
                <a:solidFill>
                  <a:schemeClr val="bg1"/>
                </a:solidFill>
              </a:rPr>
              <a:t>, each requiring </a:t>
            </a:r>
            <a:r>
              <a:rPr lang="en-US" sz="1600" b="1" dirty="0">
                <a:solidFill>
                  <a:schemeClr val="bg1"/>
                </a:solidFill>
              </a:rPr>
              <a:t>two weekly meetings</a:t>
            </a:r>
            <a:r>
              <a:rPr lang="en-US" sz="1600" dirty="0">
                <a:solidFill>
                  <a:schemeClr val="bg1"/>
                </a:solidFill>
              </a:rPr>
              <a:t>, and a limited set of </a:t>
            </a:r>
            <a:r>
              <a:rPr lang="en-US" sz="1600" b="1" dirty="0">
                <a:solidFill>
                  <a:schemeClr val="bg1"/>
                </a:solidFill>
              </a:rPr>
              <a:t>time slots, classrooms, and instructors</a:t>
            </a:r>
            <a:r>
              <a:rPr lang="en-US" sz="1600" dirty="0">
                <a:solidFill>
                  <a:schemeClr val="bg1"/>
                </a:solidFill>
              </a:rPr>
              <a:t>.</a:t>
            </a:r>
          </a:p>
          <a:p>
            <a:r>
              <a:rPr lang="en-US" sz="1600" dirty="0">
                <a:solidFill>
                  <a:schemeClr val="bg1"/>
                </a:solidFill>
              </a:rPr>
              <a:t>The goal is to </a:t>
            </a:r>
            <a:r>
              <a:rPr lang="en-US" sz="1600" b="1" dirty="0">
                <a:solidFill>
                  <a:schemeClr val="bg1"/>
                </a:solidFill>
              </a:rPr>
              <a:t>construct a feasible weekly timetable</a:t>
            </a:r>
            <a:r>
              <a:rPr lang="en-US" sz="1600" dirty="0">
                <a:solidFill>
                  <a:schemeClr val="bg1"/>
                </a:solidFill>
              </a:rPr>
              <a:t> by assigning, for each meeting:</a:t>
            </a:r>
          </a:p>
          <a:p>
            <a:pPr lvl="1"/>
            <a:r>
              <a:rPr lang="en-US" dirty="0">
                <a:solidFill>
                  <a:schemeClr val="bg1"/>
                </a:solidFill>
              </a:rPr>
              <a:t>a </a:t>
            </a:r>
            <a:r>
              <a:rPr lang="en-US" b="1" dirty="0">
                <a:solidFill>
                  <a:schemeClr val="bg1"/>
                </a:solidFill>
              </a:rPr>
              <a:t>day</a:t>
            </a:r>
            <a:endParaRPr lang="en-US" dirty="0">
              <a:solidFill>
                <a:schemeClr val="bg1"/>
              </a:solidFill>
            </a:endParaRPr>
          </a:p>
          <a:p>
            <a:pPr lvl="1"/>
            <a:r>
              <a:rPr lang="en-US" dirty="0">
                <a:solidFill>
                  <a:schemeClr val="bg1"/>
                </a:solidFill>
              </a:rPr>
              <a:t>a </a:t>
            </a:r>
            <a:r>
              <a:rPr lang="en-US" b="1" dirty="0">
                <a:solidFill>
                  <a:schemeClr val="bg1"/>
                </a:solidFill>
              </a:rPr>
              <a:t>start time</a:t>
            </a:r>
            <a:endParaRPr lang="en-US" dirty="0">
              <a:solidFill>
                <a:schemeClr val="bg1"/>
              </a:solidFill>
            </a:endParaRPr>
          </a:p>
          <a:p>
            <a:pPr lvl="1"/>
            <a:r>
              <a:rPr lang="en-US" dirty="0">
                <a:solidFill>
                  <a:schemeClr val="bg1"/>
                </a:solidFill>
              </a:rPr>
              <a:t>a </a:t>
            </a:r>
            <a:r>
              <a:rPr lang="en-US" b="1" dirty="0">
                <a:solidFill>
                  <a:schemeClr val="bg1"/>
                </a:solidFill>
              </a:rPr>
              <a:t>room</a:t>
            </a:r>
            <a:endParaRPr lang="en-US" dirty="0">
              <a:solidFill>
                <a:schemeClr val="bg1"/>
              </a:solidFill>
            </a:endParaRPr>
          </a:p>
          <a:p>
            <a:pPr lvl="1"/>
            <a:r>
              <a:rPr lang="en-US" dirty="0">
                <a:solidFill>
                  <a:schemeClr val="bg1"/>
                </a:solidFill>
              </a:rPr>
              <a:t>an </a:t>
            </a:r>
            <a:r>
              <a:rPr lang="en-US" b="1" dirty="0">
                <a:solidFill>
                  <a:schemeClr val="bg1"/>
                </a:solidFill>
              </a:rPr>
              <a:t>instructor</a:t>
            </a:r>
            <a:endParaRPr lang="en-US" dirty="0">
              <a:solidFill>
                <a:schemeClr val="bg1"/>
              </a:solidFill>
            </a:endParaRPr>
          </a:p>
          <a:p>
            <a:pPr lvl="1"/>
            <a:r>
              <a:rPr lang="en-US" dirty="0">
                <a:solidFill>
                  <a:schemeClr val="bg1"/>
                </a:solidFill>
              </a:rPr>
              <a:t>such that:</a:t>
            </a:r>
          </a:p>
          <a:p>
            <a:r>
              <a:rPr lang="en-US" sz="1600" b="1" dirty="0">
                <a:solidFill>
                  <a:schemeClr val="bg1"/>
                </a:solidFill>
              </a:rPr>
              <a:t>All hard constraints</a:t>
            </a:r>
            <a:r>
              <a:rPr lang="en-US" sz="1600" dirty="0">
                <a:solidFill>
                  <a:schemeClr val="bg1"/>
                </a:solidFill>
              </a:rPr>
              <a:t> (availability, conflicts, academic rules) are satisfied, and</a:t>
            </a:r>
          </a:p>
          <a:p>
            <a:r>
              <a:rPr lang="en-US" sz="1600" b="1" dirty="0">
                <a:solidFill>
                  <a:schemeClr val="bg1"/>
                </a:solidFill>
              </a:rPr>
              <a:t>Soft constraints</a:t>
            </a:r>
            <a:r>
              <a:rPr lang="en-US" sz="1600" dirty="0">
                <a:solidFill>
                  <a:schemeClr val="bg1"/>
                </a:solidFill>
              </a:rPr>
              <a:t> related to instructor workload are </a:t>
            </a:r>
            <a:r>
              <a:rPr lang="en-US" sz="1600" b="1" dirty="0">
                <a:solidFill>
                  <a:schemeClr val="bg1"/>
                </a:solidFill>
              </a:rPr>
              <a:t>minimized</a:t>
            </a:r>
            <a:r>
              <a:rPr lang="en-US" sz="1600" dirty="0">
                <a:solidFill>
                  <a:schemeClr val="bg1"/>
                </a:solidFill>
              </a:rPr>
              <a:t>.</a:t>
            </a:r>
          </a:p>
          <a:p>
            <a:r>
              <a:rPr lang="en-US" sz="1600" dirty="0">
                <a:solidFill>
                  <a:schemeClr val="bg1"/>
                </a:solidFill>
              </a:rPr>
              <a:t>Due to the large search space and conflicting requirements, the problem is modeled and solved as a </a:t>
            </a:r>
            <a:r>
              <a:rPr lang="en-US" sz="1600" b="1" dirty="0">
                <a:solidFill>
                  <a:schemeClr val="bg1"/>
                </a:solidFill>
              </a:rPr>
              <a:t>Soft Constraint Satisfaction Problem (Soft CSP)</a:t>
            </a:r>
            <a:r>
              <a:rPr lang="en-US" sz="1600" dirty="0">
                <a:solidFill>
                  <a:schemeClr val="bg1"/>
                </a:solidFill>
              </a:rPr>
              <a:t>.</a:t>
            </a:r>
          </a:p>
        </p:txBody>
      </p:sp>
    </p:spTree>
    <p:extLst>
      <p:ext uri="{BB962C8B-B14F-4D97-AF65-F5344CB8AC3E}">
        <p14:creationId xmlns:p14="http://schemas.microsoft.com/office/powerpoint/2010/main" val="821487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2054B-2CB7-D30A-E49A-A9FF79886AFC}"/>
              </a:ext>
            </a:extLst>
          </p:cNvPr>
          <p:cNvSpPr>
            <a:spLocks noGrp="1"/>
          </p:cNvSpPr>
          <p:nvPr>
            <p:ph type="title"/>
          </p:nvPr>
        </p:nvSpPr>
        <p:spPr>
          <a:xfrm>
            <a:off x="253954" y="114141"/>
            <a:ext cx="9692640" cy="779860"/>
          </a:xfrm>
        </p:spPr>
        <p:txBody>
          <a:bodyPr/>
          <a:lstStyle/>
          <a:p>
            <a:r>
              <a:rPr lang="en-US" dirty="0"/>
              <a:t>Data</a:t>
            </a:r>
          </a:p>
        </p:txBody>
      </p:sp>
      <p:graphicFrame>
        <p:nvGraphicFramePr>
          <p:cNvPr id="2064" name="Content Placeholder 3">
            <a:extLst>
              <a:ext uri="{FF2B5EF4-FFF2-40B4-BE49-F238E27FC236}">
                <a16:creationId xmlns:a16="http://schemas.microsoft.com/office/drawing/2014/main" id="{1458DFEE-3883-9C38-0BA1-18DB63D98497}"/>
              </a:ext>
            </a:extLst>
          </p:cNvPr>
          <p:cNvGraphicFramePr>
            <a:graphicFrameLocks noGrp="1"/>
          </p:cNvGraphicFramePr>
          <p:nvPr>
            <p:ph idx="1"/>
            <p:extLst>
              <p:ext uri="{D42A27DB-BD31-4B8C-83A1-F6EECF244321}">
                <p14:modId xmlns:p14="http://schemas.microsoft.com/office/powerpoint/2010/main" val="3134042042"/>
              </p:ext>
            </p:extLst>
          </p:nvPr>
        </p:nvGraphicFramePr>
        <p:xfrm>
          <a:off x="253954" y="1205344"/>
          <a:ext cx="6036779" cy="5355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ontent Placeholder 3">
            <a:extLst>
              <a:ext uri="{FF2B5EF4-FFF2-40B4-BE49-F238E27FC236}">
                <a16:creationId xmlns:a16="http://schemas.microsoft.com/office/drawing/2014/main" id="{B41848CA-053E-0A23-CEDB-C68F541171A1}"/>
              </a:ext>
            </a:extLst>
          </p:cNvPr>
          <p:cNvSpPr txBox="1">
            <a:spLocks/>
          </p:cNvSpPr>
          <p:nvPr/>
        </p:nvSpPr>
        <p:spPr>
          <a:xfrm>
            <a:off x="6446982" y="1205343"/>
            <a:ext cx="4830618" cy="535547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353535"/>
              </a:buClr>
              <a:buSzTx/>
              <a:buFont typeface="Wingdings 3" charset="2"/>
              <a:buChar char=""/>
              <a:tabLst/>
              <a:defRPr/>
            </a:pPr>
            <a:r>
              <a:rPr kumimoji="0" lang="en-US" sz="1200" b="0" i="0" u="none" strike="noStrike" kern="1200" cap="none" spc="0" normalizeH="0" baseline="0" noProof="0" dirty="0">
                <a:ln>
                  <a:noFill/>
                </a:ln>
                <a:solidFill>
                  <a:srgbClr val="000000"/>
                </a:solidFill>
                <a:effectLst/>
                <a:uLnTx/>
                <a:uFillTx/>
                <a:latin typeface="Century Gothic" panose="020B0502020202020204"/>
                <a:ea typeface="+mn-ea"/>
                <a:cs typeface="+mn-cs"/>
              </a:rPr>
              <a:t> Entities:</a:t>
            </a:r>
          </a:p>
          <a:p>
            <a:pPr lvl="1" indent="-342900">
              <a:buClr>
                <a:srgbClr val="353535"/>
              </a:buClr>
              <a:buFont typeface="Arial" panose="020B0604020202020204" pitchFamily="34" charset="0"/>
              <a:buChar char="•"/>
              <a:defRPr/>
            </a:pPr>
            <a:r>
              <a:rPr kumimoji="0" lang="en-US" sz="1200" b="0" i="0" u="none" strike="noStrike" kern="1200" cap="none" spc="0" normalizeH="0" baseline="0" noProof="0" dirty="0">
                <a:ln>
                  <a:noFill/>
                </a:ln>
                <a:solidFill>
                  <a:srgbClr val="000000"/>
                </a:solidFill>
                <a:effectLst/>
                <a:uLnTx/>
                <a:uFillTx/>
                <a:latin typeface="Century Gothic" panose="020B0502020202020204"/>
                <a:ea typeface="+mn-ea"/>
                <a:cs typeface="+mn-cs"/>
              </a:rPr>
              <a:t>Course sections</a:t>
            </a:r>
          </a:p>
          <a:p>
            <a:pPr lvl="1" indent="-342900">
              <a:buClr>
                <a:srgbClr val="353535"/>
              </a:buClr>
              <a:buFont typeface="Arial" panose="020B0604020202020204" pitchFamily="34" charset="0"/>
              <a:buChar char="•"/>
              <a:defRPr/>
            </a:pPr>
            <a:r>
              <a:rPr kumimoji="0" lang="en-US" sz="1200" b="0" i="0" u="none" strike="noStrike" kern="1200" cap="none" spc="0" normalizeH="0" baseline="0" noProof="0" dirty="0">
                <a:ln>
                  <a:noFill/>
                </a:ln>
                <a:solidFill>
                  <a:srgbClr val="000000"/>
                </a:solidFill>
                <a:effectLst/>
                <a:uLnTx/>
                <a:uFillTx/>
                <a:latin typeface="Century Gothic" panose="020B0502020202020204"/>
                <a:ea typeface="+mn-ea"/>
                <a:cs typeface="+mn-cs"/>
              </a:rPr>
              <a:t>Instructors</a:t>
            </a:r>
          </a:p>
          <a:p>
            <a:pPr lvl="1" indent="-342900">
              <a:buClr>
                <a:srgbClr val="353535"/>
              </a:buClr>
              <a:buFont typeface="Arial" panose="020B0604020202020204" pitchFamily="34" charset="0"/>
              <a:buChar char="•"/>
              <a:defRPr/>
            </a:pPr>
            <a:r>
              <a:rPr kumimoji="0" lang="en-US" sz="1200" b="0" i="0" u="none" strike="noStrike" kern="1200" cap="none" spc="0" normalizeH="0" baseline="0" noProof="0" dirty="0">
                <a:ln>
                  <a:noFill/>
                </a:ln>
                <a:solidFill>
                  <a:srgbClr val="000000"/>
                </a:solidFill>
                <a:effectLst/>
                <a:uLnTx/>
                <a:uFillTx/>
                <a:latin typeface="Century Gothic" panose="020B0502020202020204"/>
                <a:ea typeface="+mn-ea"/>
                <a:cs typeface="+mn-cs"/>
              </a:rPr>
              <a:t>Rooms</a:t>
            </a:r>
          </a:p>
          <a:p>
            <a:pPr lvl="1" indent="-342900">
              <a:buClr>
                <a:srgbClr val="353535"/>
              </a:buClr>
              <a:buFont typeface="Arial" panose="020B0604020202020204" pitchFamily="34" charset="0"/>
              <a:buChar char="•"/>
              <a:defRPr/>
            </a:pPr>
            <a:r>
              <a:rPr kumimoji="0" lang="en-US" sz="1200" b="0" i="0" u="none" strike="noStrike" kern="1200" cap="none" spc="0" normalizeH="0" baseline="0" noProof="0" dirty="0">
                <a:ln>
                  <a:noFill/>
                </a:ln>
                <a:solidFill>
                  <a:srgbClr val="000000"/>
                </a:solidFill>
                <a:effectLst/>
                <a:uLnTx/>
                <a:uFillTx/>
                <a:latin typeface="Century Gothic" panose="020B0502020202020204"/>
                <a:ea typeface="+mn-ea"/>
                <a:cs typeface="+mn-cs"/>
              </a:rPr>
              <a:t>Time slots (day &amp; time intervals)</a:t>
            </a:r>
            <a:endParaRPr lang="en-US" sz="1200" dirty="0">
              <a:solidFill>
                <a:srgbClr val="000000"/>
              </a:solidFill>
            </a:endParaRPr>
          </a:p>
          <a:p>
            <a:r>
              <a:rPr lang="en-US" sz="1200" dirty="0">
                <a:solidFill>
                  <a:srgbClr val="000000"/>
                </a:solidFill>
              </a:rPr>
              <a:t> Time Structure:</a:t>
            </a:r>
          </a:p>
          <a:p>
            <a:pPr lvl="1">
              <a:buFont typeface="Arial" panose="020B0604020202020204" pitchFamily="34" charset="0"/>
              <a:buChar char="•"/>
            </a:pPr>
            <a:r>
              <a:rPr lang="en-US" sz="1200" dirty="0">
                <a:solidFill>
                  <a:srgbClr val="000000"/>
                </a:solidFill>
              </a:rPr>
              <a:t>5 weekdays (Monday–Friday)</a:t>
            </a:r>
          </a:p>
          <a:p>
            <a:pPr lvl="1">
              <a:buFont typeface="Arial" panose="020B0604020202020204" pitchFamily="34" charset="0"/>
              <a:buChar char="•"/>
            </a:pPr>
            <a:r>
              <a:rPr lang="en-US" sz="1200" dirty="0">
                <a:solidFill>
                  <a:srgbClr val="000000"/>
                </a:solidFill>
              </a:rPr>
              <a:t>Discrete lecture time intervals</a:t>
            </a:r>
          </a:p>
          <a:p>
            <a:pPr lvl="1">
              <a:buFont typeface="Arial" panose="020B0604020202020204" pitchFamily="34" charset="0"/>
              <a:buChar char="•"/>
            </a:pPr>
            <a:r>
              <a:rPr lang="en-US" sz="1200" dirty="0">
                <a:solidFill>
                  <a:srgbClr val="000000"/>
                </a:solidFill>
              </a:rPr>
              <a:t>Each section scheduled twice per week</a:t>
            </a:r>
          </a:p>
          <a:p>
            <a:r>
              <a:rPr lang="en-US" sz="1200" dirty="0"/>
              <a:t>The dataset used in this study was constructed by combining </a:t>
            </a:r>
            <a:r>
              <a:rPr lang="en-US" sz="1200" b="1" dirty="0"/>
              <a:t>real-world structural information</a:t>
            </a:r>
            <a:r>
              <a:rPr lang="en-US" sz="1200" dirty="0"/>
              <a:t> derived from the university’s timetable with </a:t>
            </a:r>
            <a:r>
              <a:rPr lang="en-US" sz="1200" b="1" dirty="0"/>
              <a:t>synthetic data</a:t>
            </a:r>
            <a:r>
              <a:rPr lang="en-US" sz="1200" dirty="0"/>
              <a:t> generated to complete missing components. Instructor availability and certain workload distributions were synthetically generated with the assistance of </a:t>
            </a:r>
            <a:r>
              <a:rPr lang="en-US" sz="1200" b="1" dirty="0"/>
              <a:t>ChatGPT-5</a:t>
            </a:r>
            <a:r>
              <a:rPr lang="en-US" sz="1200" dirty="0"/>
              <a:t>, while preserving realistic academic and operational constraints. The resulting dataset is suitable for evaluating constraint-based scheduling methods but does not represent an official timetable.</a:t>
            </a:r>
            <a:endParaRPr lang="en-US" sz="1200" dirty="0">
              <a:solidFill>
                <a:srgbClr val="000000"/>
              </a:solidFill>
            </a:endParaRPr>
          </a:p>
        </p:txBody>
      </p:sp>
    </p:spTree>
    <p:extLst>
      <p:ext uri="{BB962C8B-B14F-4D97-AF65-F5344CB8AC3E}">
        <p14:creationId xmlns:p14="http://schemas.microsoft.com/office/powerpoint/2010/main" val="2180774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12E8CD4E-6381-4807-AA5B-CE0024A8BE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28445F8-F032-43C9-8D0F-A5155F5252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59"/>
            <a:ext cx="5538555" cy="28870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2E3ECDF-E7E7-D82E-BD86-9CCEEC108710}"/>
              </a:ext>
            </a:extLst>
          </p:cNvPr>
          <p:cNvPicPr>
            <a:picLocks noChangeAspect="1"/>
          </p:cNvPicPr>
          <p:nvPr/>
        </p:nvPicPr>
        <p:blipFill>
          <a:blip r:embed="rId2"/>
          <a:stretch>
            <a:fillRect/>
          </a:stretch>
        </p:blipFill>
        <p:spPr>
          <a:xfrm>
            <a:off x="1385168" y="644229"/>
            <a:ext cx="3724101" cy="2560320"/>
          </a:xfrm>
          <a:prstGeom prst="rect">
            <a:avLst/>
          </a:prstGeom>
        </p:spPr>
      </p:pic>
      <p:sp>
        <p:nvSpPr>
          <p:cNvPr id="42" name="Rectangle 41">
            <a:extLst>
              <a:ext uri="{FF2B5EF4-FFF2-40B4-BE49-F238E27FC236}">
                <a16:creationId xmlns:a16="http://schemas.microsoft.com/office/drawing/2014/main" id="{36A325B5-56A3-425A-B9A3-0CEB7CA1B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76432" y="480060"/>
            <a:ext cx="5538555" cy="28870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340AEF95-2C20-5A69-7E7D-A1D0B651F7A1}"/>
              </a:ext>
            </a:extLst>
          </p:cNvPr>
          <p:cNvPicPr>
            <a:picLocks noChangeAspect="1"/>
          </p:cNvPicPr>
          <p:nvPr/>
        </p:nvPicPr>
        <p:blipFill>
          <a:blip r:embed="rId3"/>
          <a:stretch>
            <a:fillRect/>
          </a:stretch>
        </p:blipFill>
        <p:spPr>
          <a:xfrm>
            <a:off x="6339669" y="960154"/>
            <a:ext cx="5212080" cy="1928469"/>
          </a:xfrm>
          <a:prstGeom prst="rect">
            <a:avLst/>
          </a:prstGeom>
        </p:spPr>
      </p:pic>
      <p:sp>
        <p:nvSpPr>
          <p:cNvPr id="44" name="Rectangle 43">
            <a:extLst>
              <a:ext uri="{FF2B5EF4-FFF2-40B4-BE49-F238E27FC236}">
                <a16:creationId xmlns:a16="http://schemas.microsoft.com/office/drawing/2014/main" id="{B80DE958-9D45-4CAD-BF1F-FA2ED970B7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3" y="3527956"/>
            <a:ext cx="5538554" cy="28499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33B8C8D-ED56-43CB-2232-3AB666B26657}"/>
              </a:ext>
            </a:extLst>
          </p:cNvPr>
          <p:cNvPicPr>
            <a:picLocks noChangeAspect="1"/>
          </p:cNvPicPr>
          <p:nvPr/>
        </p:nvPicPr>
        <p:blipFill>
          <a:blip r:embed="rId4"/>
          <a:stretch>
            <a:fillRect/>
          </a:stretch>
        </p:blipFill>
        <p:spPr>
          <a:xfrm>
            <a:off x="641179" y="4086648"/>
            <a:ext cx="5212080" cy="1693926"/>
          </a:xfrm>
          <a:prstGeom prst="rect">
            <a:avLst/>
          </a:prstGeom>
        </p:spPr>
      </p:pic>
      <p:sp>
        <p:nvSpPr>
          <p:cNvPr id="46" name="Rectangle 45">
            <a:extLst>
              <a:ext uri="{FF2B5EF4-FFF2-40B4-BE49-F238E27FC236}">
                <a16:creationId xmlns:a16="http://schemas.microsoft.com/office/drawing/2014/main" id="{BB93B4BF-AD35-4E52-8131-161C5FB9CD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76432" y="3527956"/>
            <a:ext cx="5538555" cy="28499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AFFD9E6-5972-A002-2054-704C704369FA}"/>
              </a:ext>
            </a:extLst>
          </p:cNvPr>
          <p:cNvPicPr>
            <a:picLocks noChangeAspect="1"/>
          </p:cNvPicPr>
          <p:nvPr/>
        </p:nvPicPr>
        <p:blipFill>
          <a:blip r:embed="rId5"/>
          <a:stretch>
            <a:fillRect/>
          </a:stretch>
        </p:blipFill>
        <p:spPr>
          <a:xfrm>
            <a:off x="6339669" y="4327498"/>
            <a:ext cx="5212080" cy="1250899"/>
          </a:xfrm>
          <a:prstGeom prst="rect">
            <a:avLst/>
          </a:prstGeom>
        </p:spPr>
      </p:pic>
    </p:spTree>
    <p:extLst>
      <p:ext uri="{BB962C8B-B14F-4D97-AF65-F5344CB8AC3E}">
        <p14:creationId xmlns:p14="http://schemas.microsoft.com/office/powerpoint/2010/main" val="2659281210"/>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68EA504-F6E5-457A-ACFA-2F5FEB89FC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292840" cy="685800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C8D3BCFE-7313-37B2-98BF-15F4994A8D15}"/>
              </a:ext>
            </a:extLst>
          </p:cNvPr>
          <p:cNvPicPr>
            <a:picLocks noChangeAspect="1"/>
          </p:cNvPicPr>
          <p:nvPr/>
        </p:nvPicPr>
        <p:blipFill>
          <a:blip r:embed="rId2">
            <a:duotone>
              <a:prstClr val="black"/>
              <a:schemeClr val="tx2">
                <a:tint val="45000"/>
                <a:satMod val="400000"/>
              </a:schemeClr>
            </a:duotone>
            <a:alphaModFix amt="20000"/>
          </a:blip>
          <a:srcRect l="9804" r="23095" b="1"/>
          <a:stretch>
            <a:fillRect/>
          </a:stretch>
        </p:blipFill>
        <p:spPr>
          <a:xfrm>
            <a:off x="-115747" y="1"/>
            <a:ext cx="12396485" cy="6857999"/>
          </a:xfrm>
          <a:prstGeom prst="rect">
            <a:avLst/>
          </a:prstGeom>
        </p:spPr>
      </p:pic>
      <p:sp>
        <p:nvSpPr>
          <p:cNvPr id="2" name="Title 1">
            <a:extLst>
              <a:ext uri="{FF2B5EF4-FFF2-40B4-BE49-F238E27FC236}">
                <a16:creationId xmlns:a16="http://schemas.microsoft.com/office/drawing/2014/main" id="{1B27181B-B006-1F9C-661E-755FB7BAF29C}"/>
              </a:ext>
            </a:extLst>
          </p:cNvPr>
          <p:cNvSpPr>
            <a:spLocks noGrp="1"/>
          </p:cNvSpPr>
          <p:nvPr>
            <p:ph type="title"/>
          </p:nvPr>
        </p:nvSpPr>
        <p:spPr>
          <a:xfrm>
            <a:off x="416560" y="-312532"/>
            <a:ext cx="9692640" cy="1325562"/>
          </a:xfrm>
        </p:spPr>
        <p:txBody>
          <a:bodyPr>
            <a:normAutofit/>
          </a:bodyPr>
          <a:lstStyle/>
          <a:p>
            <a:r>
              <a:rPr lang="en-US" dirty="0">
                <a:solidFill>
                  <a:schemeClr val="bg1"/>
                </a:solidFill>
              </a:rPr>
              <a:t>EDA &amp; Preprocessing</a:t>
            </a:r>
          </a:p>
        </p:txBody>
      </p:sp>
      <p:graphicFrame>
        <p:nvGraphicFramePr>
          <p:cNvPr id="16" name="Content Placeholder 2">
            <a:extLst>
              <a:ext uri="{FF2B5EF4-FFF2-40B4-BE49-F238E27FC236}">
                <a16:creationId xmlns:a16="http://schemas.microsoft.com/office/drawing/2014/main" id="{84886175-CBF4-3A25-CB68-3DAC1F0CA2E5}"/>
              </a:ext>
            </a:extLst>
          </p:cNvPr>
          <p:cNvGraphicFramePr>
            <a:graphicFrameLocks noGrp="1"/>
          </p:cNvGraphicFramePr>
          <p:nvPr>
            <p:ph idx="1"/>
            <p:extLst>
              <p:ext uri="{D42A27DB-BD31-4B8C-83A1-F6EECF244321}">
                <p14:modId xmlns:p14="http://schemas.microsoft.com/office/powerpoint/2010/main" val="314844470"/>
              </p:ext>
            </p:extLst>
          </p:nvPr>
        </p:nvGraphicFramePr>
        <p:xfrm>
          <a:off x="203200" y="1117600"/>
          <a:ext cx="6644640" cy="50625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TextBox 10">
            <a:extLst>
              <a:ext uri="{FF2B5EF4-FFF2-40B4-BE49-F238E27FC236}">
                <a16:creationId xmlns:a16="http://schemas.microsoft.com/office/drawing/2014/main" id="{79ED0214-773C-97F0-A997-270A7DA53105}"/>
              </a:ext>
            </a:extLst>
          </p:cNvPr>
          <p:cNvSpPr txBox="1"/>
          <p:nvPr/>
        </p:nvSpPr>
        <p:spPr>
          <a:xfrm>
            <a:off x="7267191" y="1663709"/>
            <a:ext cx="4519598" cy="4062651"/>
          </a:xfrm>
          <a:prstGeom prst="rect">
            <a:avLst/>
          </a:prstGeom>
          <a:solidFill>
            <a:schemeClr val="accent1"/>
          </a:solidFill>
        </p:spPr>
        <p:txBody>
          <a:bodyPr wrap="square" rtlCol="0">
            <a:spAutoFit/>
          </a:bodyPr>
          <a:lstStyle/>
          <a:p>
            <a:r>
              <a:rPr lang="en-US" sz="2400" dirty="0">
                <a:solidFill>
                  <a:schemeClr val="bg1"/>
                </a:solidFill>
              </a:rPr>
              <a:t>Preprocessing Steps</a:t>
            </a:r>
          </a:p>
          <a:p>
            <a:pPr marL="285750" indent="-285750">
              <a:buFont typeface="Wingdings" panose="05000000000000000000" pitchFamily="2" charset="2"/>
              <a:buChar char="§"/>
            </a:pPr>
            <a:r>
              <a:rPr lang="en-US" dirty="0">
                <a:solidFill>
                  <a:schemeClr val="bg1"/>
                </a:solidFill>
              </a:rPr>
              <a:t>Converted raw time values to minutes</a:t>
            </a:r>
          </a:p>
          <a:p>
            <a:pPr marL="285750" indent="-285750">
              <a:buFont typeface="Wingdings" panose="05000000000000000000" pitchFamily="2" charset="2"/>
              <a:buChar char="§"/>
            </a:pPr>
            <a:r>
              <a:rPr lang="en-US" dirty="0">
                <a:solidFill>
                  <a:schemeClr val="bg1"/>
                </a:solidFill>
              </a:rPr>
              <a:t>Discretized the week into fixed 75-minute time slots</a:t>
            </a:r>
          </a:p>
          <a:p>
            <a:pPr marL="285750" indent="-285750">
              <a:buFont typeface="Wingdings" panose="05000000000000000000" pitchFamily="2" charset="2"/>
              <a:buChar char="§"/>
            </a:pPr>
            <a:r>
              <a:rPr lang="en-US" dirty="0">
                <a:solidFill>
                  <a:schemeClr val="bg1"/>
                </a:solidFill>
              </a:rPr>
              <a:t>Generated two meeting variables per section</a:t>
            </a:r>
          </a:p>
          <a:p>
            <a:pPr marL="285750" indent="-285750">
              <a:buFont typeface="Wingdings" panose="05000000000000000000" pitchFamily="2" charset="2"/>
              <a:buChar char="§"/>
            </a:pPr>
            <a:r>
              <a:rPr lang="en-US" dirty="0">
                <a:solidFill>
                  <a:schemeClr val="bg1"/>
                </a:solidFill>
              </a:rPr>
              <a:t>Filtered: </a:t>
            </a:r>
          </a:p>
          <a:p>
            <a:pPr marL="742950" lvl="1" indent="-285750">
              <a:buFont typeface="Wingdings" panose="05000000000000000000" pitchFamily="2" charset="2"/>
              <a:buChar char="§"/>
            </a:pPr>
            <a:r>
              <a:rPr lang="en-US" dirty="0">
                <a:solidFill>
                  <a:schemeClr val="bg1"/>
                </a:solidFill>
              </a:rPr>
              <a:t>Rooms by capacity</a:t>
            </a:r>
          </a:p>
          <a:p>
            <a:pPr marL="742950" lvl="1" indent="-285750">
              <a:buFont typeface="Wingdings" panose="05000000000000000000" pitchFamily="2" charset="2"/>
              <a:buChar char="§"/>
            </a:pPr>
            <a:r>
              <a:rPr lang="en-US" dirty="0">
                <a:solidFill>
                  <a:schemeClr val="bg1"/>
                </a:solidFill>
              </a:rPr>
              <a:t>Instructors by qualification and role</a:t>
            </a:r>
          </a:p>
          <a:p>
            <a:pPr marL="742950" lvl="1" indent="-285750">
              <a:buFont typeface="Wingdings" panose="05000000000000000000" pitchFamily="2" charset="2"/>
              <a:buChar char="§"/>
            </a:pPr>
            <a:r>
              <a:rPr lang="en-US" dirty="0">
                <a:solidFill>
                  <a:schemeClr val="bg1"/>
                </a:solidFill>
              </a:rPr>
              <a:t>Time slots by availability and academic rules</a:t>
            </a:r>
          </a:p>
          <a:p>
            <a:pPr marL="285750" indent="-285750">
              <a:buFont typeface="Wingdings" panose="05000000000000000000" pitchFamily="2" charset="2"/>
              <a:buChar char="§"/>
            </a:pPr>
            <a:r>
              <a:rPr lang="en-US" dirty="0">
                <a:solidFill>
                  <a:schemeClr val="bg1"/>
                </a:solidFill>
              </a:rPr>
              <a:t>Built initial domains for all meeting variables</a:t>
            </a:r>
          </a:p>
        </p:txBody>
      </p:sp>
    </p:spTree>
    <p:extLst>
      <p:ext uri="{BB962C8B-B14F-4D97-AF65-F5344CB8AC3E}">
        <p14:creationId xmlns:p14="http://schemas.microsoft.com/office/powerpoint/2010/main" val="1225535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AB1CEEAD-825F-41AD-B0DB-77CE90932D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292840"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893F9A1-26CF-DDD6-548F-A6D80553DEE5}"/>
              </a:ext>
            </a:extLst>
          </p:cNvPr>
          <p:cNvPicPr>
            <a:picLocks noChangeAspect="1"/>
          </p:cNvPicPr>
          <p:nvPr/>
        </p:nvPicPr>
        <p:blipFill>
          <a:blip r:embed="rId3">
            <a:duotone>
              <a:schemeClr val="bg2">
                <a:shade val="45000"/>
                <a:satMod val="135000"/>
              </a:schemeClr>
              <a:prstClr val="white"/>
            </a:duotone>
            <a:alphaModFix amt="25000"/>
          </a:blip>
          <a:srcRect t="1993" b="1993"/>
          <a:stretch>
            <a:fillRect/>
          </a:stretch>
        </p:blipFill>
        <p:spPr>
          <a:xfrm>
            <a:off x="-18" y="-2"/>
            <a:ext cx="11292838" cy="6858001"/>
          </a:xfrm>
          <a:prstGeom prst="rect">
            <a:avLst/>
          </a:prstGeom>
        </p:spPr>
      </p:pic>
      <p:sp>
        <p:nvSpPr>
          <p:cNvPr id="2" name="Title 1">
            <a:extLst>
              <a:ext uri="{FF2B5EF4-FFF2-40B4-BE49-F238E27FC236}">
                <a16:creationId xmlns:a16="http://schemas.microsoft.com/office/drawing/2014/main" id="{4DDDB02F-AA13-0944-D016-2CA93CC00BD4}"/>
              </a:ext>
            </a:extLst>
          </p:cNvPr>
          <p:cNvSpPr>
            <a:spLocks noGrp="1"/>
          </p:cNvSpPr>
          <p:nvPr>
            <p:ph type="title"/>
          </p:nvPr>
        </p:nvSpPr>
        <p:spPr>
          <a:xfrm>
            <a:off x="46530" y="439838"/>
            <a:ext cx="9810702" cy="1770927"/>
          </a:xfrm>
        </p:spPr>
        <p:txBody>
          <a:bodyPr>
            <a:normAutofit fontScale="90000"/>
          </a:bodyPr>
          <a:lstStyle/>
          <a:p>
            <a:br>
              <a:rPr lang="en-US" sz="2700" dirty="0"/>
            </a:br>
            <a:br>
              <a:rPr lang="en-US" sz="2700" dirty="0"/>
            </a:br>
            <a:r>
              <a:rPr lang="en-US" sz="4000" dirty="0"/>
              <a:t>Algorithm(s)</a:t>
            </a:r>
            <a:br>
              <a:rPr lang="en-US" sz="4000" dirty="0"/>
            </a:br>
            <a:br>
              <a:rPr lang="en-US" sz="2700" dirty="0"/>
            </a:br>
            <a:r>
              <a:rPr lang="en-US" sz="2000" b="1" dirty="0"/>
              <a:t>Solution Approach- </a:t>
            </a:r>
            <a:r>
              <a:rPr lang="en-US" sz="2000" dirty="0"/>
              <a:t>The timetabling problem is modeled as a Soft Constraint Satisfaction Problem (Soft CSP) and solved using backtracking search with optimization heuristics.</a:t>
            </a:r>
            <a:br>
              <a:rPr lang="en-US" dirty="0"/>
            </a:br>
            <a:endParaRPr lang="en-US" dirty="0"/>
          </a:p>
        </p:txBody>
      </p:sp>
      <p:graphicFrame>
        <p:nvGraphicFramePr>
          <p:cNvPr id="37" name="Content Placeholder 2">
            <a:extLst>
              <a:ext uri="{FF2B5EF4-FFF2-40B4-BE49-F238E27FC236}">
                <a16:creationId xmlns:a16="http://schemas.microsoft.com/office/drawing/2014/main" id="{6A142E2D-48AA-336D-FE98-D81B771F3BC2}"/>
              </a:ext>
            </a:extLst>
          </p:cNvPr>
          <p:cNvGraphicFramePr>
            <a:graphicFrameLocks noGrp="1"/>
          </p:cNvGraphicFramePr>
          <p:nvPr>
            <p:ph idx="1"/>
            <p:extLst>
              <p:ext uri="{D42A27DB-BD31-4B8C-83A1-F6EECF244321}">
                <p14:modId xmlns:p14="http://schemas.microsoft.com/office/powerpoint/2010/main" val="104873979"/>
              </p:ext>
            </p:extLst>
          </p:nvPr>
        </p:nvGraphicFramePr>
        <p:xfrm>
          <a:off x="46530" y="1932972"/>
          <a:ext cx="10694776" cy="483821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83174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B298ECBA-3258-45DF-8FD4-7581736BCC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4"/>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62BF453-BD82-4B90-9FE7-517031338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27F0F34-045B-C58D-DE53-31E07B12BDF7}"/>
              </a:ext>
            </a:extLst>
          </p:cNvPr>
          <p:cNvSpPr>
            <a:spLocks noGrp="1"/>
          </p:cNvSpPr>
          <p:nvPr>
            <p:ph type="title"/>
          </p:nvPr>
        </p:nvSpPr>
        <p:spPr>
          <a:xfrm>
            <a:off x="8318090" y="758952"/>
            <a:ext cx="2802194" cy="4041648"/>
          </a:xfrm>
        </p:spPr>
        <p:txBody>
          <a:bodyPr vert="horz" lIns="91440" tIns="45720" rIns="91440" bIns="45720" rtlCol="0" anchor="b">
            <a:normAutofit/>
          </a:bodyPr>
          <a:lstStyle/>
          <a:p>
            <a:pPr>
              <a:lnSpc>
                <a:spcPct val="85000"/>
              </a:lnSpc>
            </a:pPr>
            <a:r>
              <a:rPr lang="en-US" sz="3100">
                <a:solidFill>
                  <a:srgbClr val="FFFFFF"/>
                </a:solidFill>
              </a:rPr>
              <a:t>Visualizations</a:t>
            </a:r>
          </a:p>
        </p:txBody>
      </p:sp>
      <p:sp useBgFill="1">
        <p:nvSpPr>
          <p:cNvPr id="18" name="Rectangle 17">
            <a:extLst>
              <a:ext uri="{FF2B5EF4-FFF2-40B4-BE49-F238E27FC236}">
                <a16:creationId xmlns:a16="http://schemas.microsoft.com/office/drawing/2014/main" id="{072366D3-9B5C-42E1-9906-77FF6BB55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283" y="0"/>
            <a:ext cx="756100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3">
            <a:extLst>
              <a:ext uri="{FF2B5EF4-FFF2-40B4-BE49-F238E27FC236}">
                <a16:creationId xmlns:a16="http://schemas.microsoft.com/office/drawing/2014/main" id="{D4CE727F-5258-157A-D2A1-7C6E35800981}"/>
              </a:ext>
            </a:extLst>
          </p:cNvPr>
          <p:cNvPicPr>
            <a:picLocks noChangeAspect="1"/>
          </p:cNvPicPr>
          <p:nvPr/>
        </p:nvPicPr>
        <p:blipFill>
          <a:blip r:embed="rId2"/>
          <a:stretch>
            <a:fillRect/>
          </a:stretch>
        </p:blipFill>
        <p:spPr>
          <a:xfrm>
            <a:off x="924375" y="861737"/>
            <a:ext cx="6616823" cy="5128037"/>
          </a:xfrm>
          <a:prstGeom prst="rect">
            <a:avLst/>
          </a:prstGeom>
        </p:spPr>
      </p:pic>
      <p:sp>
        <p:nvSpPr>
          <p:cNvPr id="20" name="Rectangle 19">
            <a:extLst>
              <a:ext uri="{FF2B5EF4-FFF2-40B4-BE49-F238E27FC236}">
                <a16:creationId xmlns:a16="http://schemas.microsoft.com/office/drawing/2014/main" id="{121F5E60-4E89-4B16-A245-12BD99359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2930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646E4A-82ED-BDE0-E80B-D27E06841A0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B298ECBA-3258-45DF-8FD4-7581736BCC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4"/>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62BF453-BD82-4B90-9FE7-517031338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4682361-4851-7857-678C-90239A59A1E5}"/>
              </a:ext>
            </a:extLst>
          </p:cNvPr>
          <p:cNvSpPr>
            <a:spLocks noGrp="1"/>
          </p:cNvSpPr>
          <p:nvPr>
            <p:ph type="title"/>
          </p:nvPr>
        </p:nvSpPr>
        <p:spPr>
          <a:xfrm>
            <a:off x="8318090" y="758952"/>
            <a:ext cx="2802194" cy="4041648"/>
          </a:xfrm>
        </p:spPr>
        <p:txBody>
          <a:bodyPr vert="horz" lIns="91440" tIns="45720" rIns="91440" bIns="45720" rtlCol="0" anchor="b">
            <a:normAutofit/>
          </a:bodyPr>
          <a:lstStyle/>
          <a:p>
            <a:pPr>
              <a:lnSpc>
                <a:spcPct val="85000"/>
              </a:lnSpc>
            </a:pPr>
            <a:r>
              <a:rPr lang="en-US" sz="3100">
                <a:solidFill>
                  <a:srgbClr val="FFFFFF"/>
                </a:solidFill>
              </a:rPr>
              <a:t>Visualizations</a:t>
            </a:r>
          </a:p>
        </p:txBody>
      </p:sp>
      <p:sp useBgFill="1">
        <p:nvSpPr>
          <p:cNvPr id="14" name="Rectangle 13">
            <a:extLst>
              <a:ext uri="{FF2B5EF4-FFF2-40B4-BE49-F238E27FC236}">
                <a16:creationId xmlns:a16="http://schemas.microsoft.com/office/drawing/2014/main" id="{072366D3-9B5C-42E1-9906-77FF6BB55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283" y="0"/>
            <a:ext cx="756100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B8D9D11-97D6-522C-538D-9860F5BDCF7F}"/>
              </a:ext>
            </a:extLst>
          </p:cNvPr>
          <p:cNvPicPr>
            <a:picLocks noChangeAspect="1"/>
          </p:cNvPicPr>
          <p:nvPr/>
        </p:nvPicPr>
        <p:blipFill>
          <a:blip r:embed="rId2"/>
          <a:stretch>
            <a:fillRect/>
          </a:stretch>
        </p:blipFill>
        <p:spPr>
          <a:xfrm>
            <a:off x="924375" y="861737"/>
            <a:ext cx="6616823" cy="5128037"/>
          </a:xfrm>
          <a:prstGeom prst="rect">
            <a:avLst/>
          </a:prstGeom>
        </p:spPr>
      </p:pic>
      <p:sp>
        <p:nvSpPr>
          <p:cNvPr id="16" name="Rectangle 15">
            <a:extLst>
              <a:ext uri="{FF2B5EF4-FFF2-40B4-BE49-F238E27FC236}">
                <a16:creationId xmlns:a16="http://schemas.microsoft.com/office/drawing/2014/main" id="{121F5E60-4E89-4B16-A245-12BD99359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8721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EBBD42-9FF9-8CAF-588E-180789E8AC3E}"/>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20" name="Rectangle 19">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3D249BB-21CF-F685-1D7E-5E7A914BE49B}"/>
              </a:ext>
            </a:extLst>
          </p:cNvPr>
          <p:cNvSpPr>
            <a:spLocks noGrp="1"/>
          </p:cNvSpPr>
          <p:nvPr>
            <p:ph type="title"/>
          </p:nvPr>
        </p:nvSpPr>
        <p:spPr>
          <a:xfrm>
            <a:off x="944183" y="5181600"/>
            <a:ext cx="10156435" cy="1076324"/>
          </a:xfrm>
        </p:spPr>
        <p:txBody>
          <a:bodyPr vert="horz" lIns="91440" tIns="45720" rIns="91440" bIns="45720" rtlCol="0" anchor="b">
            <a:normAutofit/>
          </a:bodyPr>
          <a:lstStyle/>
          <a:p>
            <a:pPr>
              <a:lnSpc>
                <a:spcPct val="85000"/>
              </a:lnSpc>
            </a:pPr>
            <a:r>
              <a:rPr lang="en-US" sz="5400">
                <a:solidFill>
                  <a:srgbClr val="FFFFFF"/>
                </a:solidFill>
              </a:rPr>
              <a:t>Visualizations</a:t>
            </a:r>
          </a:p>
        </p:txBody>
      </p:sp>
      <p:sp>
        <p:nvSpPr>
          <p:cNvPr id="24" name="Rectangle 23">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A1632E9-557E-2AA3-70E0-02B0896BFDF9}"/>
              </a:ext>
            </a:extLst>
          </p:cNvPr>
          <p:cNvPicPr>
            <a:picLocks noChangeAspect="1"/>
          </p:cNvPicPr>
          <p:nvPr/>
        </p:nvPicPr>
        <p:blipFill>
          <a:blip r:embed="rId2"/>
          <a:stretch>
            <a:fillRect/>
          </a:stretch>
        </p:blipFill>
        <p:spPr>
          <a:xfrm rot="5400000">
            <a:off x="3606802" y="-2296159"/>
            <a:ext cx="4246878" cy="10119359"/>
          </a:xfrm>
          <a:prstGeom prst="rect">
            <a:avLst/>
          </a:prstGeom>
        </p:spPr>
      </p:pic>
      <p:sp>
        <p:nvSpPr>
          <p:cNvPr id="26" name="Rectangle 25">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3305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A118DD-1843-8050-1091-9BBE510CE8E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E2C05438-8975-4783-BCC7-9A4F0BD17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4"/>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F0ACCC9-A5C0-44FC-9472-E3E4BF4B41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F60F459-0E0A-2650-B4BE-9D1FF424F080}"/>
              </a:ext>
            </a:extLst>
          </p:cNvPr>
          <p:cNvSpPr>
            <a:spLocks noGrp="1"/>
          </p:cNvSpPr>
          <p:nvPr>
            <p:ph type="title"/>
          </p:nvPr>
        </p:nvSpPr>
        <p:spPr>
          <a:xfrm>
            <a:off x="6941573" y="758952"/>
            <a:ext cx="3907625" cy="4041648"/>
          </a:xfrm>
        </p:spPr>
        <p:txBody>
          <a:bodyPr vert="horz" lIns="91440" tIns="45720" rIns="91440" bIns="45720" rtlCol="0" anchor="b">
            <a:normAutofit/>
          </a:bodyPr>
          <a:lstStyle/>
          <a:p>
            <a:pPr>
              <a:lnSpc>
                <a:spcPct val="85000"/>
              </a:lnSpc>
            </a:pPr>
            <a:r>
              <a:rPr lang="en-US" sz="4100">
                <a:solidFill>
                  <a:srgbClr val="FFFFFF"/>
                </a:solidFill>
              </a:rPr>
              <a:t>Visualizations</a:t>
            </a:r>
          </a:p>
        </p:txBody>
      </p:sp>
      <p:sp useBgFill="1">
        <p:nvSpPr>
          <p:cNvPr id="14" name="Rectangle 13">
            <a:extLst>
              <a:ext uri="{FF2B5EF4-FFF2-40B4-BE49-F238E27FC236}">
                <a16:creationId xmlns:a16="http://schemas.microsoft.com/office/drawing/2014/main" id="{E8B8E8AE-1882-46F3-94E7-A2A3914947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283" y="0"/>
            <a:ext cx="608735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A7238FC-A063-A4D2-9E72-92D4B40ECC2F}"/>
              </a:ext>
            </a:extLst>
          </p:cNvPr>
          <p:cNvPicPr>
            <a:picLocks noChangeAspect="1"/>
          </p:cNvPicPr>
          <p:nvPr/>
        </p:nvPicPr>
        <p:blipFill>
          <a:blip r:embed="rId2"/>
          <a:stretch>
            <a:fillRect/>
          </a:stretch>
        </p:blipFill>
        <p:spPr>
          <a:xfrm>
            <a:off x="944183" y="1085574"/>
            <a:ext cx="5151817" cy="4686851"/>
          </a:xfrm>
          <a:prstGeom prst="rect">
            <a:avLst/>
          </a:prstGeom>
        </p:spPr>
      </p:pic>
      <p:sp>
        <p:nvSpPr>
          <p:cNvPr id="16" name="Rectangle 15">
            <a:extLst>
              <a:ext uri="{FF2B5EF4-FFF2-40B4-BE49-F238E27FC236}">
                <a16:creationId xmlns:a16="http://schemas.microsoft.com/office/drawing/2014/main" id="{F5AE0C4B-4D5E-48B0-929B-038F7E948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2324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223F94-76A1-D1E9-9BBD-7036C6692B5D}"/>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B298ECBA-3258-45DF-8FD4-7581736BCC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4"/>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62BF453-BD82-4B90-9FE7-517031338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158BC81-2E46-3C7D-4576-9819DBD52464}"/>
              </a:ext>
            </a:extLst>
          </p:cNvPr>
          <p:cNvSpPr>
            <a:spLocks noGrp="1"/>
          </p:cNvSpPr>
          <p:nvPr>
            <p:ph type="title"/>
          </p:nvPr>
        </p:nvSpPr>
        <p:spPr>
          <a:xfrm>
            <a:off x="8318090" y="758952"/>
            <a:ext cx="2802194" cy="4041648"/>
          </a:xfrm>
        </p:spPr>
        <p:txBody>
          <a:bodyPr vert="horz" lIns="91440" tIns="45720" rIns="91440" bIns="45720" rtlCol="0" anchor="b">
            <a:normAutofit/>
          </a:bodyPr>
          <a:lstStyle/>
          <a:p>
            <a:pPr>
              <a:lnSpc>
                <a:spcPct val="85000"/>
              </a:lnSpc>
            </a:pPr>
            <a:r>
              <a:rPr lang="en-US" sz="3100">
                <a:solidFill>
                  <a:srgbClr val="FFFFFF"/>
                </a:solidFill>
              </a:rPr>
              <a:t>Visualizations</a:t>
            </a:r>
          </a:p>
        </p:txBody>
      </p:sp>
      <p:sp useBgFill="1">
        <p:nvSpPr>
          <p:cNvPr id="15" name="Rectangle 14">
            <a:extLst>
              <a:ext uri="{FF2B5EF4-FFF2-40B4-BE49-F238E27FC236}">
                <a16:creationId xmlns:a16="http://schemas.microsoft.com/office/drawing/2014/main" id="{072366D3-9B5C-42E1-9906-77FF6BB55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283" y="0"/>
            <a:ext cx="756100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84B2AD7-6C3E-2265-A3EB-3A652E7CFB3B}"/>
              </a:ext>
            </a:extLst>
          </p:cNvPr>
          <p:cNvPicPr>
            <a:picLocks noChangeAspect="1"/>
          </p:cNvPicPr>
          <p:nvPr/>
        </p:nvPicPr>
        <p:blipFill>
          <a:blip r:embed="rId2"/>
          <a:stretch>
            <a:fillRect/>
          </a:stretch>
        </p:blipFill>
        <p:spPr>
          <a:xfrm>
            <a:off x="924375" y="853467"/>
            <a:ext cx="6616823" cy="5144578"/>
          </a:xfrm>
          <a:prstGeom prst="rect">
            <a:avLst/>
          </a:prstGeom>
        </p:spPr>
      </p:pic>
      <p:sp>
        <p:nvSpPr>
          <p:cNvPr id="17" name="Rectangle 16">
            <a:extLst>
              <a:ext uri="{FF2B5EF4-FFF2-40B4-BE49-F238E27FC236}">
                <a16:creationId xmlns:a16="http://schemas.microsoft.com/office/drawing/2014/main" id="{121F5E60-4E89-4B16-A245-12BD99359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6146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32" name="Rectangle 31">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3" name="Rectangle 32">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7D6E1BA-B4E0-2208-F005-861DC85655C4}"/>
              </a:ext>
            </a:extLst>
          </p:cNvPr>
          <p:cNvSpPr>
            <a:spLocks noGrp="1"/>
          </p:cNvSpPr>
          <p:nvPr>
            <p:ph type="title"/>
          </p:nvPr>
        </p:nvSpPr>
        <p:spPr>
          <a:xfrm>
            <a:off x="603064" y="5344160"/>
            <a:ext cx="10187553" cy="1341120"/>
          </a:xfrm>
        </p:spPr>
        <p:txBody>
          <a:bodyPr vert="horz" lIns="91440" tIns="45720" rIns="91440" bIns="45720" rtlCol="0" anchor="b">
            <a:noAutofit/>
          </a:bodyPr>
          <a:lstStyle/>
          <a:p>
            <a:pPr>
              <a:lnSpc>
                <a:spcPct val="85000"/>
              </a:lnSpc>
            </a:pPr>
            <a:r>
              <a:rPr lang="en-US" sz="3600" dirty="0">
                <a:solidFill>
                  <a:srgbClr val="FFFFFF"/>
                </a:solidFill>
              </a:rPr>
              <a:t>Results </a:t>
            </a:r>
            <a:br>
              <a:rPr lang="en-US" sz="2400" dirty="0">
                <a:solidFill>
                  <a:srgbClr val="FFFFFF"/>
                </a:solidFill>
              </a:rPr>
            </a:br>
            <a:r>
              <a:rPr lang="en-US" sz="1800" dirty="0">
                <a:solidFill>
                  <a:schemeClr val="bg1"/>
                </a:solidFill>
              </a:rPr>
              <a:t>The problem variables correspond to individual course meetings. For each section, two variables are defined, each representing one weekly meeting. Assignments to variables specify the day, start time, room, and instructor for that meeting.</a:t>
            </a:r>
          </a:p>
        </p:txBody>
      </p:sp>
      <p:sp>
        <p:nvSpPr>
          <p:cNvPr id="34" name="Rectangle 33">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2819425-49AB-E83D-54B5-6F9D73ECCD80}"/>
              </a:ext>
            </a:extLst>
          </p:cNvPr>
          <p:cNvPicPr>
            <a:picLocks noChangeAspect="1"/>
          </p:cNvPicPr>
          <p:nvPr/>
        </p:nvPicPr>
        <p:blipFill>
          <a:blip r:embed="rId2"/>
          <a:stretch>
            <a:fillRect/>
          </a:stretch>
        </p:blipFill>
        <p:spPr>
          <a:xfrm>
            <a:off x="603064" y="135374"/>
            <a:ext cx="10543911" cy="4834651"/>
          </a:xfrm>
          <a:prstGeom prst="rect">
            <a:avLst/>
          </a:prstGeom>
        </p:spPr>
      </p:pic>
    </p:spTree>
    <p:extLst>
      <p:ext uri="{BB962C8B-B14F-4D97-AF65-F5344CB8AC3E}">
        <p14:creationId xmlns:p14="http://schemas.microsoft.com/office/powerpoint/2010/main" val="3792585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112F398-C8E5-4322-B9FE-EBA4B6C94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63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B55519A-61B7-4BC4-97EB-EF5FC8AB0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63824" y="0"/>
            <a:ext cx="812901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6B5B1EE-A14A-9616-F614-1148DDA8E1E9}"/>
              </a:ext>
            </a:extLst>
          </p:cNvPr>
          <p:cNvPicPr>
            <a:picLocks noChangeAspect="1"/>
          </p:cNvPicPr>
          <p:nvPr/>
        </p:nvPicPr>
        <p:blipFill>
          <a:blip r:embed="rId2"/>
          <a:stretch>
            <a:fillRect/>
          </a:stretch>
        </p:blipFill>
        <p:spPr>
          <a:xfrm>
            <a:off x="3782737" y="547104"/>
            <a:ext cx="6891189" cy="5495722"/>
          </a:xfrm>
          <a:prstGeom prst="rect">
            <a:avLst/>
          </a:prstGeom>
        </p:spPr>
      </p:pic>
      <p:sp>
        <p:nvSpPr>
          <p:cNvPr id="4" name="TextBox 3">
            <a:extLst>
              <a:ext uri="{FF2B5EF4-FFF2-40B4-BE49-F238E27FC236}">
                <a16:creationId xmlns:a16="http://schemas.microsoft.com/office/drawing/2014/main" id="{58008D10-F622-60A7-96A0-0D228344CF3F}"/>
              </a:ext>
            </a:extLst>
          </p:cNvPr>
          <p:cNvSpPr txBox="1"/>
          <p:nvPr/>
        </p:nvSpPr>
        <p:spPr>
          <a:xfrm>
            <a:off x="-1" y="340310"/>
            <a:ext cx="3163823" cy="6001643"/>
          </a:xfrm>
          <a:prstGeom prst="rect">
            <a:avLst/>
          </a:prstGeom>
          <a:noFill/>
        </p:spPr>
        <p:txBody>
          <a:bodyPr wrap="square" rtlCol="0">
            <a:spAutoFit/>
          </a:bodyPr>
          <a:lstStyle/>
          <a:p>
            <a:r>
              <a:rPr lang="en-US" sz="1600" dirty="0"/>
              <a:t>This plot shows the average branching factor as the search progresses. The non-monotonic behavior is expected because we use MRV, which dynamically selects the most constrained variable at each step. As constraints accumulate unevenly, some depths have many options while others have very few. Despite the oscillations, the solver reaches full depth while expanding only 8,398 nodes, showing that the heuristics significantly reduce the effective search space.</a:t>
            </a:r>
          </a:p>
          <a:p>
            <a:r>
              <a:rPr lang="en-US" sz="1600" b="1" dirty="0"/>
              <a:t>Shouldn’t this decrease?</a:t>
            </a:r>
          </a:p>
          <a:p>
            <a:r>
              <a:rPr lang="en-US" sz="1600" dirty="0"/>
              <a:t>That would be true with a fixed variable order. With MRV, depth corresponds to the order in which constrained variables are resolved, so branching naturally fluctuates.</a:t>
            </a:r>
            <a:endParaRPr lang="en-US" sz="1600" b="1" dirty="0"/>
          </a:p>
        </p:txBody>
      </p:sp>
    </p:spTree>
    <p:extLst>
      <p:ext uri="{BB962C8B-B14F-4D97-AF65-F5344CB8AC3E}">
        <p14:creationId xmlns:p14="http://schemas.microsoft.com/office/powerpoint/2010/main" val="3104688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EE2A40-E297-D8F7-4768-1895BC2094D2}"/>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42" name="Rectangle 41">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4" name="Rectangle 43">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AD081D8-7DCC-9521-753A-54FE04C1542E}"/>
              </a:ext>
            </a:extLst>
          </p:cNvPr>
          <p:cNvSpPr>
            <a:spLocks noGrp="1"/>
          </p:cNvSpPr>
          <p:nvPr>
            <p:ph type="title"/>
          </p:nvPr>
        </p:nvSpPr>
        <p:spPr>
          <a:xfrm>
            <a:off x="457200" y="5578476"/>
            <a:ext cx="10156435" cy="1076324"/>
          </a:xfrm>
        </p:spPr>
        <p:txBody>
          <a:bodyPr vert="horz" lIns="91440" tIns="45720" rIns="91440" bIns="45720" rtlCol="0" anchor="b">
            <a:normAutofit/>
          </a:bodyPr>
          <a:lstStyle/>
          <a:p>
            <a:pPr>
              <a:lnSpc>
                <a:spcPct val="85000"/>
              </a:lnSpc>
            </a:pPr>
            <a:r>
              <a:rPr lang="en-US" sz="3800" dirty="0">
                <a:solidFill>
                  <a:srgbClr val="FFFFFF"/>
                </a:solidFill>
              </a:rPr>
              <a:t>Results </a:t>
            </a:r>
            <a:br>
              <a:rPr lang="en-US" sz="3800" dirty="0">
                <a:solidFill>
                  <a:srgbClr val="FFFFFF"/>
                </a:solidFill>
              </a:rPr>
            </a:br>
            <a:endParaRPr lang="en-US" sz="3800" dirty="0">
              <a:solidFill>
                <a:srgbClr val="FFFFFF"/>
              </a:solidFill>
            </a:endParaRPr>
          </a:p>
        </p:txBody>
      </p:sp>
      <p:sp>
        <p:nvSpPr>
          <p:cNvPr id="46" name="Rectangle 45">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C2AD77D-D60F-1A63-3B13-B2A5AA9C42BF}"/>
              </a:ext>
            </a:extLst>
          </p:cNvPr>
          <p:cNvPicPr>
            <a:picLocks noChangeAspect="1"/>
          </p:cNvPicPr>
          <p:nvPr/>
        </p:nvPicPr>
        <p:blipFill>
          <a:blip r:embed="rId2"/>
          <a:stretch>
            <a:fillRect/>
          </a:stretch>
        </p:blipFill>
        <p:spPr>
          <a:xfrm>
            <a:off x="731520" y="203200"/>
            <a:ext cx="10281919" cy="4734560"/>
          </a:xfrm>
          <a:prstGeom prst="rect">
            <a:avLst/>
          </a:prstGeom>
        </p:spPr>
      </p:pic>
      <p:sp>
        <p:nvSpPr>
          <p:cNvPr id="48" name="Rectangle 47">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9169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hade val="98000"/>
                <a:satMod val="130000"/>
                <a:lumMod val="102000"/>
              </a:schemeClr>
            </a:gs>
            <a:gs pos="100000">
              <a:schemeClr val="bg1">
                <a:tint val="98000"/>
                <a:shade val="78000"/>
                <a:satMod val="140000"/>
              </a:schemeClr>
            </a:gs>
          </a:gsLst>
          <a:path path="circle">
            <a:fillToRect l="100000" t="100000" r="100000" b="100000"/>
          </a:path>
        </a:gra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B0F74F9-E373-4883-A533-C80C53DE6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765FFFB-1163-4DA7-83B0-B8677ABBC6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rgbClr val="4C9D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C117A05-2F4F-4370-A926-6191A5C3DC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38EC7DC-F4F3-88AE-FF7E-3B8C83335C90}"/>
              </a:ext>
            </a:extLst>
          </p:cNvPr>
          <p:cNvPicPr>
            <a:picLocks noChangeAspect="1"/>
          </p:cNvPicPr>
          <p:nvPr/>
        </p:nvPicPr>
        <p:blipFill>
          <a:blip r:embed="rId2"/>
          <a:stretch>
            <a:fillRect/>
          </a:stretch>
        </p:blipFill>
        <p:spPr>
          <a:xfrm>
            <a:off x="3208975" y="1123527"/>
            <a:ext cx="5774044" cy="4604800"/>
          </a:xfrm>
          <a:prstGeom prst="rect">
            <a:avLst/>
          </a:prstGeom>
        </p:spPr>
      </p:pic>
    </p:spTree>
    <p:extLst>
      <p:ext uri="{BB962C8B-B14F-4D97-AF65-F5344CB8AC3E}">
        <p14:creationId xmlns:p14="http://schemas.microsoft.com/office/powerpoint/2010/main" val="1536745004"/>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DF043F-135B-0764-A312-735E0A4BAEF6}"/>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91725812-D1A6-E18D-1251-AD0E142400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42" name="Rectangle 41">
            <a:extLst>
              <a:ext uri="{FF2B5EF4-FFF2-40B4-BE49-F238E27FC236}">
                <a16:creationId xmlns:a16="http://schemas.microsoft.com/office/drawing/2014/main" id="{2FD6490B-5B79-DFD3-7FF9-6A7BA9D179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4" name="Rectangle 43">
            <a:extLst>
              <a:ext uri="{FF2B5EF4-FFF2-40B4-BE49-F238E27FC236}">
                <a16:creationId xmlns:a16="http://schemas.microsoft.com/office/drawing/2014/main" id="{557A40D7-64A8-6D84-17A6-7F9CE84D30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44F7260-339C-59A2-D4B4-BC4AFCFE38B7}"/>
              </a:ext>
            </a:extLst>
          </p:cNvPr>
          <p:cNvSpPr>
            <a:spLocks noGrp="1"/>
          </p:cNvSpPr>
          <p:nvPr>
            <p:ph type="title"/>
          </p:nvPr>
        </p:nvSpPr>
        <p:spPr>
          <a:xfrm>
            <a:off x="457200" y="5578476"/>
            <a:ext cx="10156435" cy="1076324"/>
          </a:xfrm>
        </p:spPr>
        <p:txBody>
          <a:bodyPr vert="horz" lIns="91440" tIns="45720" rIns="91440" bIns="45720" rtlCol="0" anchor="b">
            <a:normAutofit/>
          </a:bodyPr>
          <a:lstStyle/>
          <a:p>
            <a:pPr>
              <a:lnSpc>
                <a:spcPct val="85000"/>
              </a:lnSpc>
            </a:pPr>
            <a:r>
              <a:rPr lang="en-US" sz="3800" dirty="0">
                <a:solidFill>
                  <a:srgbClr val="FFFFFF"/>
                </a:solidFill>
              </a:rPr>
              <a:t>Results </a:t>
            </a:r>
            <a:br>
              <a:rPr lang="en-US" sz="3800" dirty="0">
                <a:solidFill>
                  <a:srgbClr val="FFFFFF"/>
                </a:solidFill>
              </a:rPr>
            </a:br>
            <a:endParaRPr lang="en-US" sz="3800" dirty="0">
              <a:solidFill>
                <a:srgbClr val="FFFFFF"/>
              </a:solidFill>
            </a:endParaRPr>
          </a:p>
        </p:txBody>
      </p:sp>
      <p:sp>
        <p:nvSpPr>
          <p:cNvPr id="46" name="Rectangle 45">
            <a:extLst>
              <a:ext uri="{FF2B5EF4-FFF2-40B4-BE49-F238E27FC236}">
                <a16:creationId xmlns:a16="http://schemas.microsoft.com/office/drawing/2014/main" id="{A33E4666-4EB8-B578-124C-DDADBA3EE8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D1287D17-1EBA-D3CD-7808-CA867ECE2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B8FA1EE-8947-5F75-5839-C6CC00099163}"/>
              </a:ext>
            </a:extLst>
          </p:cNvPr>
          <p:cNvPicPr>
            <a:picLocks noChangeAspect="1"/>
          </p:cNvPicPr>
          <p:nvPr/>
        </p:nvPicPr>
        <p:blipFill>
          <a:blip r:embed="rId2"/>
          <a:stretch>
            <a:fillRect/>
          </a:stretch>
        </p:blipFill>
        <p:spPr>
          <a:xfrm>
            <a:off x="569340" y="203200"/>
            <a:ext cx="10515220" cy="4699000"/>
          </a:xfrm>
          <a:prstGeom prst="rect">
            <a:avLst/>
          </a:prstGeom>
        </p:spPr>
      </p:pic>
    </p:spTree>
    <p:extLst>
      <p:ext uri="{BB962C8B-B14F-4D97-AF65-F5344CB8AC3E}">
        <p14:creationId xmlns:p14="http://schemas.microsoft.com/office/powerpoint/2010/main" val="3593642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1792DA-D108-A267-E54A-8C0E2F491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797FDA-8CFB-68FF-EC63-87BDEC8FA0DC}"/>
              </a:ext>
            </a:extLst>
          </p:cNvPr>
          <p:cNvSpPr>
            <a:spLocks noGrp="1"/>
          </p:cNvSpPr>
          <p:nvPr>
            <p:ph type="title"/>
          </p:nvPr>
        </p:nvSpPr>
        <p:spPr>
          <a:xfrm>
            <a:off x="1249680" y="4665980"/>
            <a:ext cx="9692640" cy="1325562"/>
          </a:xfrm>
        </p:spPr>
        <p:txBody>
          <a:bodyPr>
            <a:normAutofit/>
          </a:bodyPr>
          <a:lstStyle/>
          <a:p>
            <a:r>
              <a:rPr lang="en-US" dirty="0"/>
              <a:t>Considerations</a:t>
            </a:r>
          </a:p>
        </p:txBody>
      </p:sp>
      <p:sp>
        <p:nvSpPr>
          <p:cNvPr id="9" name="Rectangle 8">
            <a:extLst>
              <a:ext uri="{FF2B5EF4-FFF2-40B4-BE49-F238E27FC236}">
                <a16:creationId xmlns:a16="http://schemas.microsoft.com/office/drawing/2014/main" id="{F853C71C-EE3C-44D8-8587-9A4D9D5CC5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4A0126C7-71E9-CAD4-5396-D766040AF19C}"/>
              </a:ext>
            </a:extLst>
          </p:cNvPr>
          <p:cNvGraphicFramePr>
            <a:graphicFrameLocks noGrp="1"/>
          </p:cNvGraphicFramePr>
          <p:nvPr>
            <p:ph idx="1"/>
            <p:extLst>
              <p:ext uri="{D42A27DB-BD31-4B8C-83A1-F6EECF244321}">
                <p14:modId xmlns:p14="http://schemas.microsoft.com/office/powerpoint/2010/main" val="470622756"/>
              </p:ext>
            </p:extLst>
          </p:nvPr>
        </p:nvGraphicFramePr>
        <p:xfrm>
          <a:off x="1262063" y="462337"/>
          <a:ext cx="9225767"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14960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5245CD-3034-4F11-CC5C-191AFF8610A4}"/>
              </a:ext>
            </a:extLst>
          </p:cNvPr>
          <p:cNvSpPr>
            <a:spLocks noGrp="1"/>
          </p:cNvSpPr>
          <p:nvPr>
            <p:ph type="ctrTitle"/>
          </p:nvPr>
        </p:nvSpPr>
        <p:spPr/>
        <p:txBody>
          <a:bodyPr/>
          <a:lstStyle/>
          <a:p>
            <a:r>
              <a:rPr lang="en-US" dirty="0"/>
              <a:t>THANK YOU FOR YOUR ATTENTION!</a:t>
            </a:r>
          </a:p>
        </p:txBody>
      </p:sp>
      <p:sp>
        <p:nvSpPr>
          <p:cNvPr id="5" name="Subtitle 4">
            <a:extLst>
              <a:ext uri="{FF2B5EF4-FFF2-40B4-BE49-F238E27FC236}">
                <a16:creationId xmlns:a16="http://schemas.microsoft.com/office/drawing/2014/main" id="{5025BE6D-2477-F16F-5550-84525851AF6B}"/>
              </a:ext>
            </a:extLst>
          </p:cNvPr>
          <p:cNvSpPr>
            <a:spLocks noGrp="1"/>
          </p:cNvSpPr>
          <p:nvPr>
            <p:ph type="subTitle" idx="1"/>
          </p:nvPr>
        </p:nvSpPr>
        <p:spPr/>
        <p:txBody>
          <a:bodyPr/>
          <a:lstStyle/>
          <a:p>
            <a:r>
              <a:rPr lang="en-US" dirty="0"/>
              <a:t>Questions?</a:t>
            </a:r>
          </a:p>
        </p:txBody>
      </p:sp>
    </p:spTree>
    <p:extLst>
      <p:ext uri="{BB962C8B-B14F-4D97-AF65-F5344CB8AC3E}">
        <p14:creationId xmlns:p14="http://schemas.microsoft.com/office/powerpoint/2010/main" val="3148627347"/>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View</Template>
  <TotalTime>281</TotalTime>
  <Words>1139</Words>
  <Application>Microsoft Office PowerPoint</Application>
  <PresentationFormat>Widescreen</PresentationFormat>
  <Paragraphs>138</Paragraphs>
  <Slides>21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Aptos</vt:lpstr>
      <vt:lpstr>Arial</vt:lpstr>
      <vt:lpstr>Century Gothic</vt:lpstr>
      <vt:lpstr>Century Schoolbook</vt:lpstr>
      <vt:lpstr>Wingdings</vt:lpstr>
      <vt:lpstr>Wingdings 2</vt:lpstr>
      <vt:lpstr>Wingdings 3</vt:lpstr>
      <vt:lpstr>View</vt:lpstr>
      <vt:lpstr>AI-Based Classroom and Course Scheduling System for School of IT and Engineering</vt:lpstr>
      <vt:lpstr>Agenda</vt:lpstr>
      <vt:lpstr>Project in a Slide</vt:lpstr>
      <vt:lpstr>Contributions</vt:lpstr>
      <vt:lpstr>Problem Statement</vt:lpstr>
      <vt:lpstr>Data</vt:lpstr>
      <vt:lpstr>PowerPoint Presentation</vt:lpstr>
      <vt:lpstr>EDA &amp; Preprocessing</vt:lpstr>
      <vt:lpstr>  Algorithm(s)  Solution Approach- The timetabling problem is modeled as a Soft Constraint Satisfaction Problem (Soft CSP) and solved using backtracking search with optimization heuristics. </vt:lpstr>
      <vt:lpstr>Visualizations</vt:lpstr>
      <vt:lpstr>Visualizations</vt:lpstr>
      <vt:lpstr>Visualizations</vt:lpstr>
      <vt:lpstr>Visualizations</vt:lpstr>
      <vt:lpstr>Visualizations</vt:lpstr>
      <vt:lpstr>Results  The problem variables correspond to individual course meetings. For each section, two variables are defined, each representing one weekly meeting. Assignments to variables specify the day, start time, room, and instructor for that meeting.</vt:lpstr>
      <vt:lpstr>PowerPoint Presentation</vt:lpstr>
      <vt:lpstr>Results  </vt:lpstr>
      <vt:lpstr>PowerPoint Presentation</vt:lpstr>
      <vt:lpstr>Results  </vt:lpstr>
      <vt:lpstr>Considerations</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&lt;PROJECT TITLE&gt;</dc:title>
  <dc:creator>Samir Mammadov</dc:creator>
  <cp:lastModifiedBy>Nargiz Aghayeva</cp:lastModifiedBy>
  <cp:revision>24</cp:revision>
  <dcterms:created xsi:type="dcterms:W3CDTF">2024-05-05T12:15:40Z</dcterms:created>
  <dcterms:modified xsi:type="dcterms:W3CDTF">2025-12-15T23:04:55Z</dcterms:modified>
</cp:coreProperties>
</file>